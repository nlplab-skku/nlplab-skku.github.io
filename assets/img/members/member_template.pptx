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3" roundtripDataSignature="AMtx7mjNlgM1hiD6SNQzBLB/2NhazApmb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22" Type="http://schemas.openxmlformats.org/officeDocument/2006/relationships/slide" Target="slides/slide18.xml"/><Relationship Id="rId10" Type="http://schemas.openxmlformats.org/officeDocument/2006/relationships/slide" Target="slides/slide6.xml"/><Relationship Id="rId21" Type="http://schemas.openxmlformats.org/officeDocument/2006/relationships/slide" Target="slides/slide17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23" Type="http://customschemas.google.com/relationships/presentationmetadata" Target="meta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ko-KR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bc2c4b1082_0_13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g3bc2c4b1082_0_1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bc2c4b1082_0_16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g3bc2c4b1082_0_16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bc2c4b1082_0_17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g3bc2c4b1082_0_17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bc2c4b1082_0_18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g3bc2c4b1082_0_18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bc2c4b1082_0_19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g3bc2c4b1082_0_19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bc2c4b1082_0_2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g3bc2c4b1082_0_2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bc2c4b1082_0_2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g3bc2c4b1082_0_2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bc2c4b1082_0_23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g3bc2c4b1082_0_2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bc2c4b1082_0_24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g3bc2c4b1082_0_24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bc2c4b1082_0_25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g3bc2c4b1082_0_25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bc2c4b1082_0_27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g3bc2c4b1082_0_27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bc2c4b1082_0_28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g3bc2c4b1082_0_28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bc2c4b1082_0_29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g3bc2c4b1082_0_29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bc2c4b1082_0_30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g3bc2c4b1082_0_30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bc2c4b1082_0_32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g3bc2c4b1082_0_3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bc2c4b1082_0_33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g3bc2c4b1082_0_3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bc2c4b1082_0_34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g3bc2c4b1082_0_34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bc2c4b1082_0_35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g3bc2c4b1082_0_35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8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구역 머리글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0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콘텐츠 2개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1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11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비교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2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2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12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2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만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콘텐츠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5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그림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6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세로 텍스트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세로 제목 및 텍스트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b="0" i="0" sz="4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2" name="Google Shape;12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3" name="Google Shape;13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4" name="Google Shape;14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5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4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jp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jp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jp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bc2c4b1082_0_133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9" name="Google Shape;89;g3bc2c4b1082_0_133"/>
          <p:cNvSpPr/>
          <p:nvPr/>
        </p:nvSpPr>
        <p:spPr>
          <a:xfrm>
            <a:off x="3593952" y="2509200"/>
            <a:ext cx="1260000" cy="1620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90" name="Google Shape;90;g3bc2c4b1082_0_133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sp>
          <p:nvSpPr>
            <p:cNvPr id="91" name="Google Shape;91;g3bc2c4b1082_0_133"/>
            <p:cNvSpPr/>
            <p:nvPr/>
          </p:nvSpPr>
          <p:spPr>
            <a:xfrm>
              <a:off x="3326969" y="2212383"/>
              <a:ext cx="5603700" cy="24333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" name="Google Shape;92;g3bc2c4b1082_0_133"/>
            <p:cNvSpPr txBox="1"/>
            <p:nvPr/>
          </p:nvSpPr>
          <p:spPr>
            <a:xfrm>
              <a:off x="4779725" y="2577975"/>
              <a:ext cx="4135800" cy="16008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285750" lvl="0" marL="28575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Arial"/>
                <a:buChar char="•"/>
              </a:pPr>
              <a:r>
                <a:rPr b="1" lang="ko-KR">
                  <a:solidFill>
                    <a:schemeClr val="dk1"/>
                  </a:solidFill>
                </a:rPr>
                <a:t>Course</a:t>
              </a:r>
              <a:r>
                <a:rPr b="1" lang="ko-KR">
                  <a:solidFill>
                    <a:schemeClr val="dk1"/>
                  </a:solidFill>
                </a:rPr>
                <a:t> : 박사과정</a:t>
              </a:r>
              <a:endParaRPr b="1">
                <a:solidFill>
                  <a:schemeClr val="dk1"/>
                </a:solidFill>
              </a:endParaRPr>
            </a:p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>
                <a:solidFill>
                  <a:schemeClr val="dk1"/>
                </a:solidFill>
              </a:endParaRPr>
            </a:p>
            <a:p>
              <a:pPr indent="-285750" lvl="0" marL="28575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Char char="•"/>
              </a:pPr>
              <a:r>
                <a:rPr b="1" lang="ko-KR">
                  <a:solidFill>
                    <a:schemeClr val="dk1"/>
                  </a:solidFill>
                </a:rPr>
                <a:t>Team : Information Retrieval</a:t>
              </a:r>
              <a:endParaRPr b="1">
                <a:solidFill>
                  <a:schemeClr val="dk1"/>
                </a:solidFill>
              </a:endParaRPr>
            </a:p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>
                <a:solidFill>
                  <a:schemeClr val="dk1"/>
                </a:solidFill>
              </a:endParaRPr>
            </a:p>
            <a:p>
              <a:pPr indent="-285750" lvl="0" marL="28575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Char char="•"/>
              </a:pPr>
              <a:r>
                <a:rPr b="1" lang="ko-KR">
                  <a:solidFill>
                    <a:schemeClr val="dk1"/>
                  </a:solidFill>
                </a:rPr>
                <a:t>E-mail : bonggeun.choi818@gmail.com</a:t>
              </a:r>
              <a:endParaRPr b="1">
                <a:solidFill>
                  <a:schemeClr val="dk1"/>
                </a:solidFill>
              </a:endParaRPr>
            </a:p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>
                <a:solidFill>
                  <a:schemeClr val="dk1"/>
                </a:solidFill>
              </a:endParaRPr>
            </a:p>
            <a:p>
              <a:pPr indent="-285750" lvl="0" marL="28575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Char char="•"/>
              </a:pPr>
              <a:r>
                <a:rPr b="1" lang="ko-KR">
                  <a:solidFill>
                    <a:schemeClr val="dk1"/>
                  </a:solidFill>
                </a:rPr>
                <a:t>HP : https://bg-choi.github.io</a:t>
              </a:r>
              <a:endParaRPr b="1">
                <a:solidFill>
                  <a:schemeClr val="dk1"/>
                </a:solidFill>
              </a:endParaRPr>
            </a:p>
          </p:txBody>
        </p:sp>
        <p:sp>
          <p:nvSpPr>
            <p:cNvPr id="93" name="Google Shape;93;g3bc2c4b1082_0_133"/>
            <p:cNvSpPr txBox="1"/>
            <p:nvPr/>
          </p:nvSpPr>
          <p:spPr>
            <a:xfrm>
              <a:off x="3507958" y="4146527"/>
              <a:ext cx="1260000" cy="3078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ko-KR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성명 : </a:t>
              </a:r>
              <a:r>
                <a:rPr b="1" lang="ko-KR">
                  <a:solidFill>
                    <a:schemeClr val="dk1"/>
                  </a:solidFill>
                </a:rPr>
                <a:t>최봉근</a:t>
              </a:r>
              <a:endParaRPr b="1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4" name="Google Shape;94;g3bc2c4b1082_0_13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508983" y="2476952"/>
              <a:ext cx="1260000" cy="1619999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bc2c4b1082_0_163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00" name="Google Shape;100;g3bc2c4b1082_0_163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101" name="Google Shape;101;g3bc2c4b1082_0_163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102" name="Google Shape;102;g3bc2c4b1082_0_163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3" name="Google Shape;103;g3bc2c4b1082_0_163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Course</a:t>
                </a:r>
                <a:r>
                  <a:rPr b="1" lang="ko-KR">
                    <a:solidFill>
                      <a:schemeClr val="dk1"/>
                    </a:solidFill>
                  </a:rPr>
                  <a:t>: 박사과정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Team : Controllable Text Generation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E-mail : kdysunleo98@gmail.com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HP : https://github.com/kdysunleo</a:t>
                </a:r>
                <a:endParaRPr b="1">
                  <a:solidFill>
                    <a:schemeClr val="dk1"/>
                  </a:solidFill>
                </a:endParaRPr>
              </a:p>
            </p:txBody>
          </p:sp>
          <p:sp>
            <p:nvSpPr>
              <p:cNvPr id="104" name="Google Shape;104;g3bc2c4b1082_0_163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</a:t>
                </a:r>
                <a:r>
                  <a:rPr b="1" lang="ko-KR">
                    <a:solidFill>
                      <a:schemeClr val="dk1"/>
                    </a:solidFill>
                  </a:rPr>
                  <a:t>김두영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105" name="Google Shape;105;g3bc2c4b1082_0_16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514560" y="2461575"/>
              <a:ext cx="1260001" cy="1619998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bc2c4b1082_0_175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11" name="Google Shape;111;g3bc2c4b1082_0_175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112" name="Google Shape;112;g3bc2c4b1082_0_175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113" name="Google Shape;113;g3bc2c4b1082_0_175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4" name="Google Shape;114;g3bc2c4b1082_0_175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Course</a:t>
                </a:r>
                <a:r>
                  <a:rPr b="1" lang="ko-KR">
                    <a:solidFill>
                      <a:schemeClr val="dk1"/>
                    </a:solidFill>
                  </a:rPr>
                  <a:t> : 박사과정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Team : Information Retrieval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E-mail : keunhakim98@gmail.com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HP : https://github.com/KIMKEUNHA</a:t>
                </a:r>
                <a:endParaRPr b="1">
                  <a:solidFill>
                    <a:schemeClr val="dk1"/>
                  </a:solidFill>
                </a:endParaRPr>
              </a:p>
            </p:txBody>
          </p:sp>
          <p:sp>
            <p:nvSpPr>
              <p:cNvPr id="115" name="Google Shape;115;g3bc2c4b1082_0_175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</a:t>
                </a:r>
                <a:r>
                  <a:rPr b="1" lang="ko-KR">
                    <a:solidFill>
                      <a:schemeClr val="dk1"/>
                    </a:solidFill>
                  </a:rPr>
                  <a:t>김근하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116" name="Google Shape;116;g3bc2c4b1082_0_17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512625" y="2463950"/>
              <a:ext cx="1260000" cy="1620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bc2c4b1082_0_187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22" name="Google Shape;122;g3bc2c4b1082_0_187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123" name="Google Shape;123;g3bc2c4b1082_0_187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124" name="Google Shape;124;g3bc2c4b1082_0_187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5" name="Google Shape;125;g3bc2c4b1082_0_187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Course</a:t>
                </a:r>
                <a:r>
                  <a:rPr b="1" lang="ko-KR">
                    <a:solidFill>
                      <a:schemeClr val="dk1"/>
                    </a:solidFill>
                  </a:rPr>
                  <a:t> : 박사과정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Team</a:t>
                </a:r>
                <a:r>
                  <a:rPr b="1" lang="ko-KR">
                    <a:solidFill>
                      <a:schemeClr val="dk1"/>
                    </a:solidFill>
                  </a:rPr>
                  <a:t> : Dialogue System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E-mail : yoonjinjang98@gmail.com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HP</a:t>
                </a:r>
                <a:r>
                  <a:rPr b="1" lang="ko-KR">
                    <a:solidFill>
                      <a:schemeClr val="dk1"/>
                    </a:solidFill>
                  </a:rPr>
                  <a:t> : https://github.com/yali98</a:t>
                </a:r>
                <a:endParaRPr b="1">
                  <a:solidFill>
                    <a:schemeClr val="dk1"/>
                  </a:solidFill>
                </a:endParaRPr>
              </a:p>
            </p:txBody>
          </p:sp>
          <p:sp>
            <p:nvSpPr>
              <p:cNvPr id="126" name="Google Shape;126;g3bc2c4b1082_0_187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</a:t>
                </a:r>
                <a:r>
                  <a:rPr b="1" lang="ko-KR">
                    <a:solidFill>
                      <a:schemeClr val="dk1"/>
                    </a:solidFill>
                  </a:rPr>
                  <a:t>장윤진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127" name="Google Shape;127;g3bc2c4b1082_0_187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505638" y="2458738"/>
              <a:ext cx="1260000" cy="1620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bc2c4b1082_0_199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33" name="Google Shape;133;g3bc2c4b1082_0_199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134" name="Google Shape;134;g3bc2c4b1082_0_199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135" name="Google Shape;135;g3bc2c4b1082_0_199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6" name="Google Shape;136;g3bc2c4b1082_0_199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Course</a:t>
                </a:r>
                <a:r>
                  <a:rPr b="1" lang="ko-KR">
                    <a:solidFill>
                      <a:schemeClr val="dk1"/>
                    </a:solidFill>
                  </a:rPr>
                  <a:t> : 박사과정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Team</a:t>
                </a:r>
                <a:r>
                  <a:rPr b="1" lang="ko-KR">
                    <a:solidFill>
                      <a:schemeClr val="dk1"/>
                    </a:solidFill>
                  </a:rPr>
                  <a:t> : Information Retrieval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E-mail : ymheo1123@gmail.com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HP</a:t>
                </a:r>
                <a:r>
                  <a:rPr b="1" lang="ko-KR">
                    <a:solidFill>
                      <a:schemeClr val="dk1"/>
                    </a:solidFill>
                  </a:rPr>
                  <a:t> : https://github.com/user13571</a:t>
                </a:r>
                <a:endParaRPr b="1">
                  <a:solidFill>
                    <a:schemeClr val="dk1"/>
                  </a:solidFill>
                </a:endParaRPr>
              </a:p>
            </p:txBody>
          </p:sp>
          <p:sp>
            <p:nvSpPr>
              <p:cNvPr id="137" name="Google Shape;137;g3bc2c4b1082_0_199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</a:t>
                </a:r>
                <a:r>
                  <a:rPr b="1" lang="ko-KR">
                    <a:solidFill>
                      <a:schemeClr val="dk1"/>
                    </a:solidFill>
                  </a:rPr>
                  <a:t>허유민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138" name="Google Shape;138;g3bc2c4b1082_0_19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510900" y="2463500"/>
              <a:ext cx="1260000" cy="1620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bc2c4b1082_0_211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44" name="Google Shape;144;g3bc2c4b1082_0_211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145" name="Google Shape;145;g3bc2c4b1082_0_211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146" name="Google Shape;146;g3bc2c4b1082_0_211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" name="Google Shape;147;g3bc2c4b1082_0_211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Course</a:t>
                </a:r>
                <a:r>
                  <a:rPr b="1" lang="ko-KR">
                    <a:solidFill>
                      <a:schemeClr val="dk1"/>
                    </a:solidFill>
                  </a:rPr>
                  <a:t> : 석박사통합과정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Team</a:t>
                </a:r>
                <a:r>
                  <a:rPr b="1" lang="ko-KR">
                    <a:solidFill>
                      <a:schemeClr val="dk1"/>
                    </a:solidFill>
                  </a:rPr>
                  <a:t> : Information Retrieval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E-mail : alswns078@gmail.com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HP</a:t>
                </a:r>
                <a:r>
                  <a:rPr b="1" lang="ko-KR">
                    <a:solidFill>
                      <a:schemeClr val="dk1"/>
                    </a:solidFill>
                  </a:rPr>
                  <a:t> : https://github.com/alswns078</a:t>
                </a:r>
                <a:endParaRPr b="1">
                  <a:solidFill>
                    <a:schemeClr val="dk1"/>
                  </a:solidFill>
                </a:endParaRPr>
              </a:p>
            </p:txBody>
          </p:sp>
          <p:sp>
            <p:nvSpPr>
              <p:cNvPr id="148" name="Google Shape;148;g3bc2c4b1082_0_211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</a:t>
                </a:r>
                <a:r>
                  <a:rPr b="1" lang="ko-KR">
                    <a:solidFill>
                      <a:schemeClr val="dk1"/>
                    </a:solidFill>
                  </a:rPr>
                  <a:t>최민준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149" name="Google Shape;149;g3bc2c4b1082_0_21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505638" y="2448012"/>
              <a:ext cx="1260000" cy="1620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bc2c4b1082_0_223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55" name="Google Shape;155;g3bc2c4b1082_0_223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156" name="Google Shape;156;g3bc2c4b1082_0_223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157" name="Google Shape;157;g3bc2c4b1082_0_223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8" name="Google Shape;158;g3bc2c4b1082_0_223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Course</a:t>
                </a:r>
                <a:r>
                  <a:rPr b="1" lang="ko-KR">
                    <a:solidFill>
                      <a:schemeClr val="dk1"/>
                    </a:solidFill>
                  </a:rPr>
                  <a:t> : 석박사통합과정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Team</a:t>
                </a:r>
                <a:r>
                  <a:rPr b="1" lang="ko-KR">
                    <a:solidFill>
                      <a:schemeClr val="dk1"/>
                    </a:solidFill>
                  </a:rPr>
                  <a:t> : Dialogue System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E-mail : ljh010110@g.skku.edu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HP</a:t>
                </a:r>
                <a:r>
                  <a:rPr b="1" lang="ko-KR">
                    <a:solidFill>
                      <a:schemeClr val="dk1"/>
                    </a:solidFill>
                  </a:rPr>
                  <a:t> : </a:t>
                </a:r>
                <a:r>
                  <a:rPr b="1" lang="ko-KR" sz="1200">
                    <a:solidFill>
                      <a:schemeClr val="dk1"/>
                    </a:solidFill>
                  </a:rPr>
                  <a:t>https://github.com/ljh010110-skku-edu</a:t>
                </a:r>
                <a:endParaRPr b="1" sz="1200">
                  <a:solidFill>
                    <a:schemeClr val="dk1"/>
                  </a:solidFill>
                </a:endParaRPr>
              </a:p>
            </p:txBody>
          </p:sp>
          <p:sp>
            <p:nvSpPr>
              <p:cNvPr id="159" name="Google Shape;159;g3bc2c4b1082_0_223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</a:t>
                </a:r>
                <a:r>
                  <a:rPr b="1" lang="ko-KR">
                    <a:solidFill>
                      <a:schemeClr val="dk1"/>
                    </a:solidFill>
                  </a:rPr>
                  <a:t>이준희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160" name="Google Shape;160;g3bc2c4b1082_0_22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512588" y="2447613"/>
              <a:ext cx="1260000" cy="1620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bc2c4b1082_0_235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66" name="Google Shape;166;g3bc2c4b1082_0_235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167" name="Google Shape;167;g3bc2c4b1082_0_235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168" name="Google Shape;168;g3bc2c4b1082_0_235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9" name="Google Shape;169;g3bc2c4b1082_0_235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Course</a:t>
                </a:r>
                <a:r>
                  <a:rPr b="1" lang="ko-KR">
                    <a:solidFill>
                      <a:schemeClr val="dk1"/>
                    </a:solidFill>
                  </a:rPr>
                  <a:t> : 석박사통합과정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Team</a:t>
                </a:r>
                <a:r>
                  <a:rPr b="1" lang="ko-KR">
                    <a:solidFill>
                      <a:schemeClr val="dk1"/>
                    </a:solidFill>
                  </a:rPr>
                  <a:t> : Information Retrieval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E-mail : hjunho2357@gmail.com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HP</a:t>
                </a:r>
                <a:r>
                  <a:rPr b="1" lang="ko-KR">
                    <a:solidFill>
                      <a:schemeClr val="dk1"/>
                    </a:solidFill>
                  </a:rPr>
                  <a:t> : https://github.com/opkwisdom</a:t>
                </a:r>
                <a:endParaRPr b="1">
                  <a:solidFill>
                    <a:schemeClr val="dk1"/>
                  </a:solidFill>
                </a:endParaRPr>
              </a:p>
            </p:txBody>
          </p:sp>
          <p:sp>
            <p:nvSpPr>
              <p:cNvPr id="170" name="Google Shape;170;g3bc2c4b1082_0_235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</a:t>
                </a:r>
                <a:r>
                  <a:rPr b="1" lang="ko-KR">
                    <a:solidFill>
                      <a:schemeClr val="dk1"/>
                    </a:solidFill>
                  </a:rPr>
                  <a:t>한준호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171" name="Google Shape;171;g3bc2c4b1082_0_235"/>
            <p:cNvPicPr preferRelativeResize="0"/>
            <p:nvPr/>
          </p:nvPicPr>
          <p:blipFill rotWithShape="1">
            <a:blip r:embed="rId3">
              <a:alphaModFix/>
            </a:blip>
            <a:srcRect b="27031" l="3705" r="75070" t="7800"/>
            <a:stretch/>
          </p:blipFill>
          <p:spPr>
            <a:xfrm>
              <a:off x="3509725" y="2447800"/>
              <a:ext cx="1260001" cy="1620001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bc2c4b1082_0_247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77" name="Google Shape;177;g3bc2c4b1082_0_247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178" name="Google Shape;178;g3bc2c4b1082_0_247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179" name="Google Shape;179;g3bc2c4b1082_0_247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0" name="Google Shape;180;g3bc2c4b1082_0_247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Course</a:t>
                </a:r>
                <a:r>
                  <a:rPr b="1" lang="ko-KR">
                    <a:solidFill>
                      <a:schemeClr val="dk1"/>
                    </a:solidFill>
                  </a:rPr>
                  <a:t> : 석박사통합과정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Team</a:t>
                </a:r>
                <a:r>
                  <a:rPr b="1" lang="ko-KR">
                    <a:solidFill>
                      <a:schemeClr val="dk1"/>
                    </a:solidFill>
                  </a:rPr>
                  <a:t> : Controllable Text Generation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E-mail : kimtaeklim2002@gmail.com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HP</a:t>
                </a:r>
                <a:r>
                  <a:rPr b="1" lang="ko-KR">
                    <a:solidFill>
                      <a:schemeClr val="dk1"/>
                    </a:solidFill>
                  </a:rPr>
                  <a:t> : https://github.com/r01ex</a:t>
                </a:r>
                <a:endParaRPr b="1">
                  <a:solidFill>
                    <a:schemeClr val="dk1"/>
                  </a:solidFill>
                </a:endParaRPr>
              </a:p>
            </p:txBody>
          </p:sp>
          <p:sp>
            <p:nvSpPr>
              <p:cNvPr id="181" name="Google Shape;181;g3bc2c4b1082_0_247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</a:t>
                </a:r>
                <a:r>
                  <a:rPr b="1" lang="ko-KR">
                    <a:solidFill>
                      <a:schemeClr val="dk1"/>
                    </a:solidFill>
                  </a:rPr>
                  <a:t>김택림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182" name="Google Shape;182;g3bc2c4b1082_0_247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514813" y="2440075"/>
              <a:ext cx="1260000" cy="1620002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bc2c4b1082_0_259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88" name="Google Shape;188;g3bc2c4b1082_0_259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189" name="Google Shape;189;g3bc2c4b1082_0_259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190" name="Google Shape;190;g3bc2c4b1082_0_259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1" name="Google Shape;191;g3bc2c4b1082_0_259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Course</a:t>
                </a:r>
                <a:r>
                  <a:rPr b="1" lang="ko-KR">
                    <a:solidFill>
                      <a:schemeClr val="dk1"/>
                    </a:solidFill>
                  </a:rPr>
                  <a:t> : 석박사통합과정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Team</a:t>
                </a:r>
                <a:r>
                  <a:rPr b="1" lang="ko-KR">
                    <a:solidFill>
                      <a:schemeClr val="dk1"/>
                    </a:solidFill>
                  </a:rPr>
                  <a:t> : Controllable Text Generation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E-mail : yewon0742@gmail.com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HP</a:t>
                </a:r>
                <a:r>
                  <a:rPr b="1" lang="ko-KR">
                    <a:solidFill>
                      <a:schemeClr val="dk1"/>
                    </a:solidFill>
                  </a:rPr>
                  <a:t> : https://github.com/aeongaewon</a:t>
                </a:r>
                <a:endParaRPr b="1">
                  <a:solidFill>
                    <a:schemeClr val="dk1"/>
                  </a:solidFill>
                </a:endParaRPr>
              </a:p>
            </p:txBody>
          </p:sp>
          <p:sp>
            <p:nvSpPr>
              <p:cNvPr id="192" name="Google Shape;192;g3bc2c4b1082_0_259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</a:t>
                </a:r>
                <a:r>
                  <a:rPr b="1" lang="ko-KR">
                    <a:solidFill>
                      <a:schemeClr val="dk1"/>
                    </a:solidFill>
                  </a:rPr>
                  <a:t>이예원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193" name="Google Shape;193;g3bc2c4b1082_0_25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515450" y="2436024"/>
              <a:ext cx="1260000" cy="1620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bc2c4b1082_0_271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99" name="Google Shape;199;g3bc2c4b1082_0_271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200" name="Google Shape;200;g3bc2c4b1082_0_271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201" name="Google Shape;201;g3bc2c4b1082_0_271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2" name="Google Shape;202;g3bc2c4b1082_0_271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Course</a:t>
                </a:r>
                <a:r>
                  <a:rPr b="1" lang="ko-KR">
                    <a:solidFill>
                      <a:schemeClr val="dk1"/>
                    </a:solidFill>
                  </a:rPr>
                  <a:t> : 석박사통합과정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Team</a:t>
                </a:r>
                <a:r>
                  <a:rPr b="1" lang="ko-KR">
                    <a:solidFill>
                      <a:schemeClr val="dk1"/>
                    </a:solidFill>
                  </a:rPr>
                  <a:t> : Information Retrieval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E-mail : jsms48252@gmail.com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HP</a:t>
                </a:r>
                <a:r>
                  <a:rPr b="1" lang="ko-KR">
                    <a:solidFill>
                      <a:schemeClr val="dk1"/>
                    </a:solidFill>
                  </a:rPr>
                  <a:t> : https://github.com/jsms4825</a:t>
                </a:r>
                <a:endParaRPr b="1">
                  <a:solidFill>
                    <a:schemeClr val="dk1"/>
                  </a:solidFill>
                </a:endParaRPr>
              </a:p>
            </p:txBody>
          </p:sp>
          <p:sp>
            <p:nvSpPr>
              <p:cNvPr id="203" name="Google Shape;203;g3bc2c4b1082_0_271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</a:t>
                </a:r>
                <a:r>
                  <a:rPr b="1" lang="ko-KR">
                    <a:solidFill>
                      <a:schemeClr val="dk1"/>
                    </a:solidFill>
                  </a:rPr>
                  <a:t>이준서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204" name="Google Shape;204;g3bc2c4b1082_0_27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516388" y="2437238"/>
              <a:ext cx="1260000" cy="1620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bc2c4b1082_0_283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10" name="Google Shape;210;g3bc2c4b1082_0_283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211" name="Google Shape;211;g3bc2c4b1082_0_283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212" name="Google Shape;212;g3bc2c4b1082_0_283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3" name="Google Shape;213;g3bc2c4b1082_0_283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Course</a:t>
                </a:r>
                <a:r>
                  <a:rPr b="1" lang="ko-KR">
                    <a:solidFill>
                      <a:schemeClr val="dk1"/>
                    </a:solidFill>
                  </a:rPr>
                  <a:t> : 석박사통합과정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Team</a:t>
                </a:r>
                <a:r>
                  <a:rPr b="1" lang="ko-KR">
                    <a:solidFill>
                      <a:schemeClr val="dk1"/>
                    </a:solidFill>
                  </a:rPr>
                  <a:t> : Controllable Text Generation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E-mail : jeongwu510@gmail.com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HP</a:t>
                </a:r>
                <a:r>
                  <a:rPr b="1" lang="ko-KR">
                    <a:solidFill>
                      <a:schemeClr val="dk1"/>
                    </a:solidFill>
                  </a:rPr>
                  <a:t> : https://github.com/hiwjddn</a:t>
                </a:r>
                <a:endParaRPr b="1">
                  <a:solidFill>
                    <a:schemeClr val="dk1"/>
                  </a:solidFill>
                </a:endParaRPr>
              </a:p>
            </p:txBody>
          </p:sp>
          <p:sp>
            <p:nvSpPr>
              <p:cNvPr id="214" name="Google Shape;214;g3bc2c4b1082_0_283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</a:t>
                </a:r>
                <a:r>
                  <a:rPr b="1" lang="ko-KR">
                    <a:solidFill>
                      <a:schemeClr val="dk1"/>
                    </a:solidFill>
                  </a:rPr>
                  <a:t>김정우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215" name="Google Shape;215;g3bc2c4b1082_0_28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514814" y="2429324"/>
              <a:ext cx="1259999" cy="1619999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bc2c4b1082_0_296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21" name="Google Shape;221;g3bc2c4b1082_0_296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222" name="Google Shape;222;g3bc2c4b1082_0_296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223" name="Google Shape;223;g3bc2c4b1082_0_296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4" name="Google Shape;224;g3bc2c4b1082_0_296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Course : 석박사통합과정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Team : Dialogue System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E-mail : junwookim618@gmail.com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HP : https://github.com/Wnsdnl</a:t>
                </a:r>
                <a:endParaRPr b="1">
                  <a:solidFill>
                    <a:schemeClr val="dk1"/>
                  </a:solidFill>
                </a:endParaRPr>
              </a:p>
            </p:txBody>
          </p:sp>
          <p:sp>
            <p:nvSpPr>
              <p:cNvPr id="225" name="Google Shape;225;g3bc2c4b1082_0_296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</a:t>
                </a:r>
                <a:r>
                  <a:rPr b="1" lang="ko-KR">
                    <a:solidFill>
                      <a:schemeClr val="dk1"/>
                    </a:solidFill>
                  </a:rPr>
                  <a:t>김</a:t>
                </a:r>
                <a:r>
                  <a:rPr b="1" lang="ko-KR">
                    <a:solidFill>
                      <a:schemeClr val="dk1"/>
                    </a:solidFill>
                  </a:rPr>
                  <a:t>준</a:t>
                </a:r>
                <a:r>
                  <a:rPr b="1" lang="ko-KR">
                    <a:solidFill>
                      <a:schemeClr val="dk1"/>
                    </a:solidFill>
                  </a:rPr>
                  <a:t>우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226" name="Google Shape;226;g3bc2c4b1082_0_29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517874" y="2417275"/>
              <a:ext cx="1260000" cy="1620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bc2c4b1082_0_308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32" name="Google Shape;232;g3bc2c4b1082_0_308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233" name="Google Shape;233;g3bc2c4b1082_0_308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234" name="Google Shape;234;g3bc2c4b1082_0_308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5" name="Google Shape;235;g3bc2c4b1082_0_308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Course : 석박사통합과정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Team : Information Retrieval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E-mail : eqsubin@gmail.com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HP : https://github.com/kangsoobin</a:t>
                </a:r>
                <a:endParaRPr b="1">
                  <a:solidFill>
                    <a:schemeClr val="dk1"/>
                  </a:solidFill>
                </a:endParaRPr>
              </a:p>
            </p:txBody>
          </p:sp>
          <p:sp>
            <p:nvSpPr>
              <p:cNvPr id="236" name="Google Shape;236;g3bc2c4b1082_0_308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</a:t>
                </a:r>
                <a:r>
                  <a:rPr b="1" lang="ko-KR">
                    <a:solidFill>
                      <a:schemeClr val="dk1"/>
                    </a:solidFill>
                  </a:rPr>
                  <a:t>강수빈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237" name="Google Shape;237;g3bc2c4b1082_0_30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514814" y="2418574"/>
              <a:ext cx="1259999" cy="1619999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bc2c4b1082_0_320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43" name="Google Shape;243;g3bc2c4b1082_0_320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244" name="Google Shape;244;g3bc2c4b1082_0_320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245" name="Google Shape;245;g3bc2c4b1082_0_320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6" name="Google Shape;246;g3bc2c4b1082_0_320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Course : 석사과정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Team : Dialogue System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E-mail : wjreh12@gmail.com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HP : https://github.com/uomiz</a:t>
                </a:r>
                <a:endParaRPr b="1">
                  <a:solidFill>
                    <a:schemeClr val="dk1"/>
                  </a:solidFill>
                </a:endParaRPr>
              </a:p>
            </p:txBody>
          </p:sp>
          <p:sp>
            <p:nvSpPr>
              <p:cNvPr id="247" name="Google Shape;247;g3bc2c4b1082_0_320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</a:t>
                </a:r>
                <a:r>
                  <a:rPr b="1" lang="ko-KR">
                    <a:solidFill>
                      <a:schemeClr val="dk1"/>
                    </a:solidFill>
                  </a:rPr>
                  <a:t>허지원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248" name="Google Shape;248;g3bc2c4b1082_0_32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505638" y="2405013"/>
              <a:ext cx="1260000" cy="1620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bc2c4b1082_0_332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54" name="Google Shape;254;g3bc2c4b1082_0_332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255" name="Google Shape;255;g3bc2c4b1082_0_332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256" name="Google Shape;256;g3bc2c4b1082_0_332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7" name="Google Shape;257;g3bc2c4b1082_0_332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Course : 학부과정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Team : Natural Language Processing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E-mail : lingajs7515@gmail.com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HP : https://github.com/hecarimday</a:t>
                </a:r>
                <a:endParaRPr b="1">
                  <a:solidFill>
                    <a:schemeClr val="dk1"/>
                  </a:solidFill>
                </a:endParaRPr>
              </a:p>
            </p:txBody>
          </p:sp>
          <p:sp>
            <p:nvSpPr>
              <p:cNvPr id="258" name="Google Shape;258;g3bc2c4b1082_0_332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</a:t>
                </a:r>
                <a:r>
                  <a:rPr b="1" lang="ko-KR">
                    <a:solidFill>
                      <a:schemeClr val="dk1"/>
                    </a:solidFill>
                  </a:rPr>
                  <a:t>박진석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259" name="Google Shape;259;g3bc2c4b1082_0_332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511009" y="2407825"/>
              <a:ext cx="1260001" cy="1620001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bc2c4b1082_0_344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65" name="Google Shape;265;g3bc2c4b1082_0_344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266" name="Google Shape;266;g3bc2c4b1082_0_344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267" name="Google Shape;267;g3bc2c4b1082_0_344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8" name="Google Shape;268;g3bc2c4b1082_0_344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Course : 학부과정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Team : Natural Language Processing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E-mail : sy</a:t>
                </a:r>
                <a:r>
                  <a:rPr b="1" lang="ko-KR">
                    <a:solidFill>
                      <a:schemeClr val="dk1"/>
                    </a:solidFill>
                  </a:rPr>
                  <a:t>951020</a:t>
                </a:r>
                <a:r>
                  <a:rPr b="1" lang="ko-KR">
                    <a:solidFill>
                      <a:schemeClr val="dk1"/>
                    </a:solidFill>
                  </a:rPr>
                  <a:t>@gmail.com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HP : https://github.com/sksy930</a:t>
                </a:r>
                <a:endParaRPr b="1">
                  <a:solidFill>
                    <a:schemeClr val="dk1"/>
                  </a:solidFill>
                </a:endParaRPr>
              </a:p>
            </p:txBody>
          </p:sp>
          <p:sp>
            <p:nvSpPr>
              <p:cNvPr id="269" name="Google Shape;269;g3bc2c4b1082_0_344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</a:t>
                </a:r>
                <a:r>
                  <a:rPr b="1" lang="ko-KR">
                    <a:solidFill>
                      <a:schemeClr val="dk1"/>
                    </a:solidFill>
                  </a:rPr>
                  <a:t>이서영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270" name="Google Shape;270;g3bc2c4b1082_0_34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510401" y="2415763"/>
              <a:ext cx="1260000" cy="1620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bc2c4b1082_0_356"/>
          <p:cNvSpPr/>
          <p:nvPr/>
        </p:nvSpPr>
        <p:spPr>
          <a:xfrm>
            <a:off x="1803375" y="850790"/>
            <a:ext cx="8585100" cy="49368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76" name="Google Shape;276;g3bc2c4b1082_0_356"/>
          <p:cNvGrpSpPr/>
          <p:nvPr/>
        </p:nvGrpSpPr>
        <p:grpSpPr>
          <a:xfrm>
            <a:off x="3326969" y="2212383"/>
            <a:ext cx="5603700" cy="2433300"/>
            <a:chOff x="3326969" y="2212383"/>
            <a:chExt cx="5603700" cy="2433300"/>
          </a:xfrm>
        </p:grpSpPr>
        <p:grpSp>
          <p:nvGrpSpPr>
            <p:cNvPr id="277" name="Google Shape;277;g3bc2c4b1082_0_356"/>
            <p:cNvGrpSpPr/>
            <p:nvPr/>
          </p:nvGrpSpPr>
          <p:grpSpPr>
            <a:xfrm>
              <a:off x="3326969" y="2212383"/>
              <a:ext cx="5603700" cy="2433300"/>
              <a:chOff x="3326969" y="2212383"/>
              <a:chExt cx="5603700" cy="2433300"/>
            </a:xfrm>
          </p:grpSpPr>
          <p:sp>
            <p:nvSpPr>
              <p:cNvPr id="278" name="Google Shape;278;g3bc2c4b1082_0_356"/>
              <p:cNvSpPr/>
              <p:nvPr/>
            </p:nvSpPr>
            <p:spPr>
              <a:xfrm>
                <a:off x="3326969" y="2212383"/>
                <a:ext cx="5603700" cy="24333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 i="0" sz="18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9" name="Google Shape;279;g3bc2c4b1082_0_356"/>
              <p:cNvSpPr txBox="1"/>
              <p:nvPr/>
            </p:nvSpPr>
            <p:spPr>
              <a:xfrm>
                <a:off x="4779725" y="2577975"/>
                <a:ext cx="4135800" cy="1600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Course : 학부과정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Team : Natural Language Processing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E-mail : james0107james@gmail.com</a:t>
                </a:r>
                <a:endParaRPr b="1">
                  <a:solidFill>
                    <a:schemeClr val="dk1"/>
                  </a:solidFill>
                </a:endParaRPr>
              </a:p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1">
                  <a:solidFill>
                    <a:schemeClr val="dk1"/>
                  </a:solidFill>
                </a:endParaRPr>
              </a:p>
              <a:p>
                <a:pPr indent="-285750" lvl="0" marL="285750" marR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Char char="•"/>
                </a:pPr>
                <a:r>
                  <a:rPr b="1" lang="ko-KR">
                    <a:solidFill>
                      <a:schemeClr val="dk1"/>
                    </a:solidFill>
                  </a:rPr>
                  <a:t>HP : https://github.com/Lee-seunghyeon2</a:t>
                </a:r>
                <a:endParaRPr b="1">
                  <a:solidFill>
                    <a:schemeClr val="dk1"/>
                  </a:solidFill>
                </a:endParaRPr>
              </a:p>
            </p:txBody>
          </p:sp>
          <p:sp>
            <p:nvSpPr>
              <p:cNvPr id="280" name="Google Shape;280;g3bc2c4b1082_0_356"/>
              <p:cNvSpPr txBox="1"/>
              <p:nvPr/>
            </p:nvSpPr>
            <p:spPr>
              <a:xfrm>
                <a:off x="3507958" y="4146527"/>
                <a:ext cx="1260000" cy="3078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ko-KR" sz="14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성명 : </a:t>
                </a:r>
                <a:r>
                  <a:rPr b="1" lang="ko-KR">
                    <a:solidFill>
                      <a:schemeClr val="dk1"/>
                    </a:solidFill>
                  </a:rPr>
                  <a:t>이승현</a:t>
                </a:r>
                <a:endParaRPr b="1" i="0" sz="14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pic>
          <p:nvPicPr>
            <p:cNvPr id="281" name="Google Shape;281;g3bc2c4b1082_0_35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507126" y="2428024"/>
              <a:ext cx="1260000" cy="1620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2019-04-01T08:38:57Z</dcterms:created>
  <dc:creator>An Jae Hyun</dc:creator>
</cp:coreProperties>
</file>