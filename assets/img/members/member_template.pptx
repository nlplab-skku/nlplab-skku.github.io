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75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4" r:id="rId18"/>
    <p:sldId id="273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jNlgM1hiD6SNQzBLB/2NhazApm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5" d="100"/>
          <a:sy n="145" d="100"/>
        </p:scale>
        <p:origin x="138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c2c4b1082_0_1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3bc2c4b1082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c2c4b1082_0_1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g3bc2c4b1082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c2c4b1082_0_1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g3bc2c4b1082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0DE8D536-3E64-8752-53CA-F09E2B8B2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c2c4b1082_0_163:notes">
            <a:extLst>
              <a:ext uri="{FF2B5EF4-FFF2-40B4-BE49-F238E27FC236}">
                <a16:creationId xmlns:a16="http://schemas.microsoft.com/office/drawing/2014/main" id="{0626970E-7120-95BA-91AA-12AAFFEB6F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g3bc2c4b1082_0_163:notes">
            <a:extLst>
              <a:ext uri="{FF2B5EF4-FFF2-40B4-BE49-F238E27FC236}">
                <a16:creationId xmlns:a16="http://schemas.microsoft.com/office/drawing/2014/main" id="{BA2E52BA-2903-D239-A057-12EFD77CDA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664188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c2c4b1082_0_1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g3bc2c4b1082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c2c4b1082_0_2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g3bc2c4b1082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c2c4b1082_0_2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3bc2c4b1082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c2c4b1082_0_2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g3bc2c4b1082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bc2c4b1082_0_2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g3bc2c4b1082_0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bc2c4b1082_0_2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g3bc2c4b1082_0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bc2c4b1082_0_2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g3bc2c4b1082_0_2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bc2c4b1082_0_2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g3bc2c4b1082_0_2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bc2c4b1082_0_2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g3bc2c4b1082_0_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bc2c4b1082_0_30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g3bc2c4b1082_0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bc2c4b1082_0_3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g3bc2c4b1082_0_3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bc2c4b1082_0_3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3bc2c4b1082_0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305D4354-B334-E285-FA8D-1DBB880BF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bc2c4b1082_0_332:notes">
            <a:extLst>
              <a:ext uri="{FF2B5EF4-FFF2-40B4-BE49-F238E27FC236}">
                <a16:creationId xmlns:a16="http://schemas.microsoft.com/office/drawing/2014/main" id="{8469435D-315F-22E4-9F6B-FDF3B4EA40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3bc2c4b1082_0_332:notes">
            <a:extLst>
              <a:ext uri="{FF2B5EF4-FFF2-40B4-BE49-F238E27FC236}">
                <a16:creationId xmlns:a16="http://schemas.microsoft.com/office/drawing/2014/main" id="{BA5F5051-580F-B9A1-A952-A937DE40F4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064130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bc2c4b1082_0_3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g3bc2c4b1082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c2c4b1082_0_133"/>
          <p:cNvSpPr/>
          <p:nvPr/>
        </p:nvSpPr>
        <p:spPr>
          <a:xfrm>
            <a:off x="1803375" y="850790"/>
            <a:ext cx="8585100" cy="4936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9" name="Google Shape;89;g3bc2c4b1082_0_133"/>
          <p:cNvSpPr/>
          <p:nvPr/>
        </p:nvSpPr>
        <p:spPr>
          <a:xfrm>
            <a:off x="3593952" y="2509200"/>
            <a:ext cx="1260000" cy="1620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90" name="Google Shape;90;g3bc2c4b1082_0_133"/>
          <p:cNvGrpSpPr/>
          <p:nvPr/>
        </p:nvGrpSpPr>
        <p:grpSpPr>
          <a:xfrm>
            <a:off x="3326969" y="2212383"/>
            <a:ext cx="5603700" cy="2433300"/>
            <a:chOff x="3326969" y="2212383"/>
            <a:chExt cx="5603700" cy="2433300"/>
          </a:xfrm>
        </p:grpSpPr>
        <p:sp>
          <p:nvSpPr>
            <p:cNvPr id="91" name="Google Shape;91;g3bc2c4b1082_0_133"/>
            <p:cNvSpPr/>
            <p:nvPr/>
          </p:nvSpPr>
          <p:spPr>
            <a:xfrm>
              <a:off x="3326969" y="2212383"/>
              <a:ext cx="5603700" cy="2433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g3bc2c4b1082_0_133"/>
            <p:cNvSpPr txBox="1"/>
            <p:nvPr/>
          </p:nvSpPr>
          <p:spPr>
            <a:xfrm>
              <a:off x="4779725" y="2577975"/>
              <a:ext cx="4135800" cy="1600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ko-KR" b="1">
                  <a:solidFill>
                    <a:schemeClr val="dk1"/>
                  </a:solidFill>
                </a:rPr>
                <a:t>Course : 박사과정</a:t>
              </a:r>
              <a:endParaRPr b="1">
                <a:solidFill>
                  <a:schemeClr val="dk1"/>
                </a:solidFill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chemeClr val="dk1"/>
                </a:solidFill>
              </a:endParaRPr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Char char="•"/>
              </a:pPr>
              <a:r>
                <a:rPr lang="ko-KR" b="1">
                  <a:solidFill>
                    <a:schemeClr val="dk1"/>
                  </a:solidFill>
                </a:rPr>
                <a:t>Team : Information Retrieval</a:t>
              </a:r>
              <a:endParaRPr b="1">
                <a:solidFill>
                  <a:schemeClr val="dk1"/>
                </a:solidFill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chemeClr val="dk1"/>
                </a:solidFill>
              </a:endParaRPr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Char char="•"/>
              </a:pPr>
              <a:r>
                <a:rPr lang="ko-KR" b="1">
                  <a:solidFill>
                    <a:schemeClr val="dk1"/>
                  </a:solidFill>
                </a:rPr>
                <a:t>E-mail : bonggeun.choi818@gmail.com</a:t>
              </a:r>
              <a:endParaRPr b="1">
                <a:solidFill>
                  <a:schemeClr val="dk1"/>
                </a:solidFill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chemeClr val="dk1"/>
                </a:solidFill>
              </a:endParaRPr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Char char="•"/>
              </a:pPr>
              <a:r>
                <a:rPr lang="ko-KR" b="1">
                  <a:solidFill>
                    <a:schemeClr val="dk1"/>
                  </a:solidFill>
                </a:rPr>
                <a:t>HP : https://bg-choi.github.io</a:t>
              </a:r>
              <a:endParaRPr b="1">
                <a:solidFill>
                  <a:schemeClr val="dk1"/>
                </a:solidFill>
              </a:endParaRPr>
            </a:p>
          </p:txBody>
        </p:sp>
        <p:sp>
          <p:nvSpPr>
            <p:cNvPr id="93" name="Google Shape;93;g3bc2c4b1082_0_133"/>
            <p:cNvSpPr txBox="1"/>
            <p:nvPr/>
          </p:nvSpPr>
          <p:spPr>
            <a:xfrm>
              <a:off x="3507958" y="4146527"/>
              <a:ext cx="1260000" cy="307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성명 : </a:t>
              </a:r>
              <a:r>
                <a:rPr lang="ko-KR" b="1">
                  <a:solidFill>
                    <a:schemeClr val="dk1"/>
                  </a:solidFill>
                </a:rPr>
                <a:t>최봉근</a:t>
              </a:r>
              <a:endPara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4" name="Google Shape;94;g3bc2c4b1082_0_1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508983" y="2476952"/>
              <a:ext cx="1260000" cy="161999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c2c4b1082_0_163"/>
          <p:cNvSpPr/>
          <p:nvPr/>
        </p:nvSpPr>
        <p:spPr>
          <a:xfrm>
            <a:off x="1803375" y="850790"/>
            <a:ext cx="8585100" cy="4936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00" name="Google Shape;100;g3bc2c4b1082_0_163"/>
          <p:cNvGrpSpPr/>
          <p:nvPr/>
        </p:nvGrpSpPr>
        <p:grpSpPr>
          <a:xfrm>
            <a:off x="3326969" y="2212383"/>
            <a:ext cx="5603700" cy="2433300"/>
            <a:chOff x="3326969" y="2212383"/>
            <a:chExt cx="5603700" cy="2433300"/>
          </a:xfrm>
        </p:grpSpPr>
        <p:grpSp>
          <p:nvGrpSpPr>
            <p:cNvPr id="101" name="Google Shape;101;g3bc2c4b1082_0_163"/>
            <p:cNvGrpSpPr/>
            <p:nvPr/>
          </p:nvGrpSpPr>
          <p:grpSpPr>
            <a:xfrm>
              <a:off x="3326969" y="2212383"/>
              <a:ext cx="5603700" cy="2433300"/>
              <a:chOff x="3326969" y="2212383"/>
              <a:chExt cx="5603700" cy="2433300"/>
            </a:xfrm>
          </p:grpSpPr>
          <p:sp>
            <p:nvSpPr>
              <p:cNvPr id="102" name="Google Shape;102;g3bc2c4b1082_0_163"/>
              <p:cNvSpPr/>
              <p:nvPr/>
            </p:nvSpPr>
            <p:spPr>
              <a:xfrm>
                <a:off x="3326969" y="2212383"/>
                <a:ext cx="5603700" cy="2433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103;g3bc2c4b1082_0_163"/>
              <p:cNvSpPr txBox="1"/>
              <p:nvPr/>
            </p:nvSpPr>
            <p:spPr>
              <a:xfrm>
                <a:off x="4779725" y="2577975"/>
                <a:ext cx="4135800" cy="1600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Course: 박사과정</a:t>
                </a:r>
                <a:endParaRPr b="1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dk1"/>
                  </a:solidFill>
                </a:endParaRPr>
              </a:p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Team : Controllable Text Generation</a:t>
                </a:r>
                <a:endParaRPr b="1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dk1"/>
                  </a:solidFill>
                </a:endParaRPr>
              </a:p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E-mail : kdysunleo98@gmail.com</a:t>
                </a:r>
                <a:endParaRPr b="1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dk1"/>
                  </a:solidFill>
                </a:endParaRPr>
              </a:p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HP : https://github.com/kdysunleo</a:t>
                </a:r>
                <a:endParaRPr b="1">
                  <a:solidFill>
                    <a:schemeClr val="dk1"/>
                  </a:solidFill>
                </a:endParaRPr>
              </a:p>
            </p:txBody>
          </p:sp>
          <p:sp>
            <p:nvSpPr>
              <p:cNvPr id="104" name="Google Shape;104;g3bc2c4b1082_0_163"/>
              <p:cNvSpPr txBox="1"/>
              <p:nvPr/>
            </p:nvSpPr>
            <p:spPr>
              <a:xfrm>
                <a:off x="3507958" y="4146527"/>
                <a:ext cx="1260000" cy="307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4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성명 : </a:t>
                </a:r>
                <a:r>
                  <a:rPr lang="ko-KR" b="1">
                    <a:solidFill>
                      <a:schemeClr val="dk1"/>
                    </a:solidFill>
                  </a:rPr>
                  <a:t>김두영</a:t>
                </a:r>
                <a:endParaRPr sz="14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05" name="Google Shape;105;g3bc2c4b1082_0_16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514560" y="2461575"/>
              <a:ext cx="1260001" cy="16199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c2c4b1082_0_175"/>
          <p:cNvSpPr/>
          <p:nvPr/>
        </p:nvSpPr>
        <p:spPr>
          <a:xfrm>
            <a:off x="1803375" y="850790"/>
            <a:ext cx="8585100" cy="4936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11" name="Google Shape;111;g3bc2c4b1082_0_175"/>
          <p:cNvGrpSpPr/>
          <p:nvPr/>
        </p:nvGrpSpPr>
        <p:grpSpPr>
          <a:xfrm>
            <a:off x="3326969" y="2212383"/>
            <a:ext cx="5603700" cy="2433300"/>
            <a:chOff x="3326969" y="2212383"/>
            <a:chExt cx="5603700" cy="2433300"/>
          </a:xfrm>
        </p:grpSpPr>
        <p:grpSp>
          <p:nvGrpSpPr>
            <p:cNvPr id="112" name="Google Shape;112;g3bc2c4b1082_0_175"/>
            <p:cNvGrpSpPr/>
            <p:nvPr/>
          </p:nvGrpSpPr>
          <p:grpSpPr>
            <a:xfrm>
              <a:off x="3326969" y="2212383"/>
              <a:ext cx="5603700" cy="2433300"/>
              <a:chOff x="3326969" y="2212383"/>
              <a:chExt cx="5603700" cy="2433300"/>
            </a:xfrm>
          </p:grpSpPr>
          <p:sp>
            <p:nvSpPr>
              <p:cNvPr id="113" name="Google Shape;113;g3bc2c4b1082_0_175"/>
              <p:cNvSpPr/>
              <p:nvPr/>
            </p:nvSpPr>
            <p:spPr>
              <a:xfrm>
                <a:off x="3326969" y="2212383"/>
                <a:ext cx="5603700" cy="2433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g3bc2c4b1082_0_175"/>
              <p:cNvSpPr txBox="1"/>
              <p:nvPr/>
            </p:nvSpPr>
            <p:spPr>
              <a:xfrm>
                <a:off x="4779725" y="2577975"/>
                <a:ext cx="4135800" cy="1600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Course : 박사과정</a:t>
                </a:r>
                <a:endParaRPr b="1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dk1"/>
                  </a:solidFill>
                </a:endParaRPr>
              </a:p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Team : Information Retrieval</a:t>
                </a:r>
                <a:endParaRPr b="1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dk1"/>
                  </a:solidFill>
                </a:endParaRPr>
              </a:p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E-mail : keunhakim98@gmail.com</a:t>
                </a:r>
                <a:endParaRPr b="1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dk1"/>
                  </a:solidFill>
                </a:endParaRPr>
              </a:p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HP : https://github.com/KIMKEUNHA</a:t>
                </a:r>
                <a:endParaRPr b="1">
                  <a:solidFill>
                    <a:schemeClr val="dk1"/>
                  </a:solidFill>
                </a:endParaRPr>
              </a:p>
            </p:txBody>
          </p:sp>
          <p:sp>
            <p:nvSpPr>
              <p:cNvPr id="115" name="Google Shape;115;g3bc2c4b1082_0_175"/>
              <p:cNvSpPr txBox="1"/>
              <p:nvPr/>
            </p:nvSpPr>
            <p:spPr>
              <a:xfrm>
                <a:off x="3507958" y="4146527"/>
                <a:ext cx="1260000" cy="307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4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성명 : </a:t>
                </a:r>
                <a:r>
                  <a:rPr lang="ko-KR" b="1">
                    <a:solidFill>
                      <a:schemeClr val="dk1"/>
                    </a:solidFill>
                  </a:rPr>
                  <a:t>김근하</a:t>
                </a:r>
                <a:endParaRPr sz="14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16" name="Google Shape;116;g3bc2c4b1082_0_17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512625" y="2463950"/>
              <a:ext cx="1260000" cy="1620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B35FCAEB-1438-9C66-34B7-11F858929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c2c4b1082_0_163">
            <a:extLst>
              <a:ext uri="{FF2B5EF4-FFF2-40B4-BE49-F238E27FC236}">
                <a16:creationId xmlns:a16="http://schemas.microsoft.com/office/drawing/2014/main" id="{BCEEEB05-BD9F-8566-1B33-09794223E3AF}"/>
              </a:ext>
            </a:extLst>
          </p:cNvPr>
          <p:cNvSpPr/>
          <p:nvPr/>
        </p:nvSpPr>
        <p:spPr>
          <a:xfrm>
            <a:off x="1803375" y="850790"/>
            <a:ext cx="8585100" cy="4936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044C8CC-E95B-D386-2547-EA7AD3E2765E}"/>
              </a:ext>
            </a:extLst>
          </p:cNvPr>
          <p:cNvGrpSpPr/>
          <p:nvPr/>
        </p:nvGrpSpPr>
        <p:grpSpPr>
          <a:xfrm>
            <a:off x="3326969" y="2212383"/>
            <a:ext cx="5603700" cy="2433300"/>
            <a:chOff x="3326969" y="2212383"/>
            <a:chExt cx="5603700" cy="2433300"/>
          </a:xfrm>
        </p:grpSpPr>
        <p:grpSp>
          <p:nvGrpSpPr>
            <p:cNvPr id="101" name="Google Shape;101;g3bc2c4b1082_0_163">
              <a:extLst>
                <a:ext uri="{FF2B5EF4-FFF2-40B4-BE49-F238E27FC236}">
                  <a16:creationId xmlns:a16="http://schemas.microsoft.com/office/drawing/2014/main" id="{126BD6B0-E5E6-EF9E-9A4C-A822B21A9119}"/>
                </a:ext>
              </a:extLst>
            </p:cNvPr>
            <p:cNvGrpSpPr/>
            <p:nvPr/>
          </p:nvGrpSpPr>
          <p:grpSpPr>
            <a:xfrm>
              <a:off x="3326969" y="2212383"/>
              <a:ext cx="5603700" cy="2433300"/>
              <a:chOff x="3326969" y="2212383"/>
              <a:chExt cx="5603700" cy="2433300"/>
            </a:xfrm>
          </p:grpSpPr>
          <p:sp>
            <p:nvSpPr>
              <p:cNvPr id="102" name="Google Shape;102;g3bc2c4b1082_0_163">
                <a:extLst>
                  <a:ext uri="{FF2B5EF4-FFF2-40B4-BE49-F238E27FC236}">
                    <a16:creationId xmlns:a16="http://schemas.microsoft.com/office/drawing/2014/main" id="{C50E6646-C061-B6E0-5310-EFE32F379CE2}"/>
                  </a:ext>
                </a:extLst>
              </p:cNvPr>
              <p:cNvSpPr/>
              <p:nvPr/>
            </p:nvSpPr>
            <p:spPr>
              <a:xfrm>
                <a:off x="3326969" y="2212383"/>
                <a:ext cx="5603700" cy="2433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103;g3bc2c4b1082_0_163">
                <a:extLst>
                  <a:ext uri="{FF2B5EF4-FFF2-40B4-BE49-F238E27FC236}">
                    <a16:creationId xmlns:a16="http://schemas.microsoft.com/office/drawing/2014/main" id="{E80A1263-6135-5C54-EF34-AB7F18404DEB}"/>
                  </a:ext>
                </a:extLst>
              </p:cNvPr>
              <p:cNvSpPr txBox="1"/>
              <p:nvPr/>
            </p:nvSpPr>
            <p:spPr>
              <a:xfrm>
                <a:off x="4779725" y="2577975"/>
                <a:ext cx="4135800" cy="1600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Char char="•"/>
                </a:pPr>
                <a:r>
                  <a:rPr lang="ko-KR" b="1" dirty="0" err="1">
                    <a:solidFill>
                      <a:schemeClr val="dk1"/>
                    </a:solidFill>
                  </a:rPr>
                  <a:t>Course</a:t>
                </a:r>
                <a:r>
                  <a:rPr lang="ko-KR" b="1" dirty="0">
                    <a:solidFill>
                      <a:schemeClr val="dk1"/>
                    </a:solidFill>
                  </a:rPr>
                  <a:t>: 박사과정</a:t>
                </a:r>
                <a:endParaRPr b="1" dirty="0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 dirty="0">
                  <a:solidFill>
                    <a:schemeClr val="dk1"/>
                  </a:solidFill>
                </a:endParaRPr>
              </a:p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•"/>
                </a:pPr>
                <a:r>
                  <a:rPr lang="ko-KR" b="1" dirty="0" err="1">
                    <a:solidFill>
                      <a:schemeClr val="dk1"/>
                    </a:solidFill>
                  </a:rPr>
                  <a:t>Team</a:t>
                </a:r>
                <a:r>
                  <a:rPr lang="ko-KR" b="1" dirty="0">
                    <a:solidFill>
                      <a:schemeClr val="dk1"/>
                    </a:solidFill>
                  </a:rPr>
                  <a:t> : </a:t>
                </a:r>
                <a:r>
                  <a:rPr lang="en-US" altLang="ko-KR" b="1" dirty="0">
                    <a:solidFill>
                      <a:schemeClr val="dk1"/>
                    </a:solidFill>
                  </a:rPr>
                  <a:t>Dialogue System</a:t>
                </a:r>
                <a:endParaRPr lang="en-US" b="1" dirty="0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b="1" dirty="0">
                  <a:solidFill>
                    <a:schemeClr val="dk1"/>
                  </a:solidFill>
                </a:endParaRPr>
              </a:p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•"/>
                </a:pPr>
                <a:r>
                  <a:rPr lang="ko-KR" b="1" dirty="0" err="1">
                    <a:solidFill>
                      <a:schemeClr val="dk1"/>
                    </a:solidFill>
                  </a:rPr>
                  <a:t>E-mail</a:t>
                </a:r>
                <a:r>
                  <a:rPr lang="ko-KR" b="1" dirty="0">
                    <a:solidFill>
                      <a:schemeClr val="dk1"/>
                    </a:solidFill>
                  </a:rPr>
                  <a:t> : </a:t>
                </a:r>
                <a:r>
                  <a:rPr lang="en-US" altLang="ko-KR" b="1" dirty="0" err="1">
                    <a:solidFill>
                      <a:schemeClr val="dk1"/>
                    </a:solidFill>
                  </a:rPr>
                  <a:t>yoonjinjang</a:t>
                </a:r>
                <a:r>
                  <a:rPr lang="ko-KR" b="1" dirty="0">
                    <a:solidFill>
                      <a:schemeClr val="dk1"/>
                    </a:solidFill>
                  </a:rPr>
                  <a:t>98@gmail.com</a:t>
                </a:r>
                <a:endParaRPr b="1" dirty="0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 dirty="0">
                  <a:solidFill>
                    <a:schemeClr val="dk1"/>
                  </a:solidFill>
                </a:endParaRPr>
              </a:p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•"/>
                </a:pPr>
                <a:r>
                  <a:rPr lang="ko-KR" b="1" dirty="0">
                    <a:solidFill>
                      <a:schemeClr val="dk1"/>
                    </a:solidFill>
                  </a:rPr>
                  <a:t>HP : https://github.com/</a:t>
                </a:r>
                <a:r>
                  <a:rPr lang="en-US" altLang="ko-KR" b="1" dirty="0">
                    <a:solidFill>
                      <a:schemeClr val="dk1"/>
                    </a:solidFill>
                  </a:rPr>
                  <a:t>yali98</a:t>
                </a:r>
                <a:endParaRPr b="1" dirty="0">
                  <a:solidFill>
                    <a:schemeClr val="dk1"/>
                  </a:solidFill>
                </a:endParaRPr>
              </a:p>
            </p:txBody>
          </p:sp>
          <p:sp>
            <p:nvSpPr>
              <p:cNvPr id="104" name="Google Shape;104;g3bc2c4b1082_0_163">
                <a:extLst>
                  <a:ext uri="{FF2B5EF4-FFF2-40B4-BE49-F238E27FC236}">
                    <a16:creationId xmlns:a16="http://schemas.microsoft.com/office/drawing/2014/main" id="{96204A07-5795-5457-9CAF-416E8F76E7F9}"/>
                  </a:ext>
                </a:extLst>
              </p:cNvPr>
              <p:cNvSpPr txBox="1"/>
              <p:nvPr/>
            </p:nvSpPr>
            <p:spPr>
              <a:xfrm>
                <a:off x="3507958" y="4146527"/>
                <a:ext cx="1260000" cy="307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400" b="1" i="0" u="none" strike="noStrike" cap="none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성명 : </a:t>
                </a:r>
                <a:r>
                  <a:rPr lang="ko-KR" altLang="en-US" sz="1400" b="1" i="0" u="none" strike="noStrike" cap="none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장윤진</a:t>
                </a:r>
                <a:endParaRPr sz="1400" b="1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" name="그림 2" descr="인간의 얼굴, 사람, 의류, 턱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2940B1B3-254A-6EC2-6EB1-C87AF613C3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15737" y="2463085"/>
              <a:ext cx="1258824" cy="16184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12643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c2c4b1082_0_199"/>
          <p:cNvSpPr/>
          <p:nvPr/>
        </p:nvSpPr>
        <p:spPr>
          <a:xfrm>
            <a:off x="1803375" y="850790"/>
            <a:ext cx="8585100" cy="4936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33" name="Google Shape;133;g3bc2c4b1082_0_199"/>
          <p:cNvGrpSpPr/>
          <p:nvPr/>
        </p:nvGrpSpPr>
        <p:grpSpPr>
          <a:xfrm>
            <a:off x="3326969" y="2212383"/>
            <a:ext cx="5603700" cy="2433300"/>
            <a:chOff x="3326969" y="2212383"/>
            <a:chExt cx="5603700" cy="2433300"/>
          </a:xfrm>
        </p:grpSpPr>
        <p:grpSp>
          <p:nvGrpSpPr>
            <p:cNvPr id="134" name="Google Shape;134;g3bc2c4b1082_0_199"/>
            <p:cNvGrpSpPr/>
            <p:nvPr/>
          </p:nvGrpSpPr>
          <p:grpSpPr>
            <a:xfrm>
              <a:off x="3326969" y="2212383"/>
              <a:ext cx="5603700" cy="2433300"/>
              <a:chOff x="3326969" y="2212383"/>
              <a:chExt cx="5603700" cy="2433300"/>
            </a:xfrm>
          </p:grpSpPr>
          <p:sp>
            <p:nvSpPr>
              <p:cNvPr id="135" name="Google Shape;135;g3bc2c4b1082_0_199"/>
              <p:cNvSpPr/>
              <p:nvPr/>
            </p:nvSpPr>
            <p:spPr>
              <a:xfrm>
                <a:off x="3326969" y="2212383"/>
                <a:ext cx="5603700" cy="2433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" name="Google Shape;136;g3bc2c4b1082_0_199"/>
              <p:cNvSpPr txBox="1"/>
              <p:nvPr/>
            </p:nvSpPr>
            <p:spPr>
              <a:xfrm>
                <a:off x="4779725" y="2577975"/>
                <a:ext cx="4135800" cy="1600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Course : 박사과정</a:t>
                </a:r>
                <a:endParaRPr b="1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dk1"/>
                  </a:solidFill>
                </a:endParaRPr>
              </a:p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Team : Information Retrieval</a:t>
                </a:r>
                <a:endParaRPr b="1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dk1"/>
                  </a:solidFill>
                </a:endParaRPr>
              </a:p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E-mail : ymheo1123@gmail.com</a:t>
                </a:r>
                <a:endParaRPr b="1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dk1"/>
                  </a:solidFill>
                </a:endParaRPr>
              </a:p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HP : https://github.com/user13571</a:t>
                </a:r>
                <a:endParaRPr b="1">
                  <a:solidFill>
                    <a:schemeClr val="dk1"/>
                  </a:solidFill>
                </a:endParaRPr>
              </a:p>
            </p:txBody>
          </p:sp>
          <p:sp>
            <p:nvSpPr>
              <p:cNvPr id="137" name="Google Shape;137;g3bc2c4b1082_0_199"/>
              <p:cNvSpPr txBox="1"/>
              <p:nvPr/>
            </p:nvSpPr>
            <p:spPr>
              <a:xfrm>
                <a:off x="3507958" y="4146527"/>
                <a:ext cx="1260000" cy="307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4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성명 : </a:t>
                </a:r>
                <a:r>
                  <a:rPr lang="ko-KR" b="1">
                    <a:solidFill>
                      <a:schemeClr val="dk1"/>
                    </a:solidFill>
                  </a:rPr>
                  <a:t>허유민</a:t>
                </a:r>
                <a:endParaRPr sz="14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38" name="Google Shape;138;g3bc2c4b1082_0_1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510900" y="2463500"/>
              <a:ext cx="1260000" cy="1620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c2c4b1082_0_211"/>
          <p:cNvSpPr/>
          <p:nvPr/>
        </p:nvSpPr>
        <p:spPr>
          <a:xfrm>
            <a:off x="1803375" y="850790"/>
            <a:ext cx="8585100" cy="4936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44" name="Google Shape;144;g3bc2c4b1082_0_211"/>
          <p:cNvGrpSpPr/>
          <p:nvPr/>
        </p:nvGrpSpPr>
        <p:grpSpPr>
          <a:xfrm>
            <a:off x="3326969" y="2212383"/>
            <a:ext cx="5603700" cy="2433300"/>
            <a:chOff x="3326969" y="2212383"/>
            <a:chExt cx="5603700" cy="2433300"/>
          </a:xfrm>
        </p:grpSpPr>
        <p:grpSp>
          <p:nvGrpSpPr>
            <p:cNvPr id="145" name="Google Shape;145;g3bc2c4b1082_0_211"/>
            <p:cNvGrpSpPr/>
            <p:nvPr/>
          </p:nvGrpSpPr>
          <p:grpSpPr>
            <a:xfrm>
              <a:off x="3326969" y="2212383"/>
              <a:ext cx="5603700" cy="2433300"/>
              <a:chOff x="3326969" y="2212383"/>
              <a:chExt cx="5603700" cy="2433300"/>
            </a:xfrm>
          </p:grpSpPr>
          <p:sp>
            <p:nvSpPr>
              <p:cNvPr id="146" name="Google Shape;146;g3bc2c4b1082_0_211"/>
              <p:cNvSpPr/>
              <p:nvPr/>
            </p:nvSpPr>
            <p:spPr>
              <a:xfrm>
                <a:off x="3326969" y="2212383"/>
                <a:ext cx="5603700" cy="2433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g3bc2c4b1082_0_211"/>
              <p:cNvSpPr txBox="1"/>
              <p:nvPr/>
            </p:nvSpPr>
            <p:spPr>
              <a:xfrm>
                <a:off x="4779725" y="2577975"/>
                <a:ext cx="4135800" cy="1600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Course : 석박사통합과정</a:t>
                </a:r>
                <a:endParaRPr b="1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dk1"/>
                  </a:solidFill>
                </a:endParaRPr>
              </a:p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Team : Information Retrieval</a:t>
                </a:r>
                <a:endParaRPr b="1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dk1"/>
                  </a:solidFill>
                </a:endParaRPr>
              </a:p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E-mail : alswns078@gmail.com</a:t>
                </a:r>
                <a:endParaRPr b="1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dk1"/>
                  </a:solidFill>
                </a:endParaRPr>
              </a:p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HP : https://github.com/alswns078</a:t>
                </a:r>
                <a:endParaRPr b="1">
                  <a:solidFill>
                    <a:schemeClr val="dk1"/>
                  </a:solidFill>
                </a:endParaRPr>
              </a:p>
            </p:txBody>
          </p:sp>
          <p:sp>
            <p:nvSpPr>
              <p:cNvPr id="148" name="Google Shape;148;g3bc2c4b1082_0_211"/>
              <p:cNvSpPr txBox="1"/>
              <p:nvPr/>
            </p:nvSpPr>
            <p:spPr>
              <a:xfrm>
                <a:off x="3507958" y="4146527"/>
                <a:ext cx="1260000" cy="307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4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성명 : </a:t>
                </a:r>
                <a:r>
                  <a:rPr lang="ko-KR" b="1">
                    <a:solidFill>
                      <a:schemeClr val="dk1"/>
                    </a:solidFill>
                  </a:rPr>
                  <a:t>최민준</a:t>
                </a:r>
                <a:endParaRPr sz="14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49" name="Google Shape;149;g3bc2c4b1082_0_21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505638" y="2448012"/>
              <a:ext cx="1260000" cy="1620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bc2c4b1082_0_223"/>
          <p:cNvSpPr/>
          <p:nvPr/>
        </p:nvSpPr>
        <p:spPr>
          <a:xfrm>
            <a:off x="1803375" y="850790"/>
            <a:ext cx="8585100" cy="4936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55" name="Google Shape;155;g3bc2c4b1082_0_223"/>
          <p:cNvGrpSpPr/>
          <p:nvPr/>
        </p:nvGrpSpPr>
        <p:grpSpPr>
          <a:xfrm>
            <a:off x="3326969" y="2212383"/>
            <a:ext cx="5603700" cy="2433300"/>
            <a:chOff x="3326969" y="2212383"/>
            <a:chExt cx="5603700" cy="2433300"/>
          </a:xfrm>
        </p:grpSpPr>
        <p:grpSp>
          <p:nvGrpSpPr>
            <p:cNvPr id="156" name="Google Shape;156;g3bc2c4b1082_0_223"/>
            <p:cNvGrpSpPr/>
            <p:nvPr/>
          </p:nvGrpSpPr>
          <p:grpSpPr>
            <a:xfrm>
              <a:off x="3326969" y="2212383"/>
              <a:ext cx="5603700" cy="2433300"/>
              <a:chOff x="3326969" y="2212383"/>
              <a:chExt cx="5603700" cy="2433300"/>
            </a:xfrm>
          </p:grpSpPr>
          <p:sp>
            <p:nvSpPr>
              <p:cNvPr id="157" name="Google Shape;157;g3bc2c4b1082_0_223"/>
              <p:cNvSpPr/>
              <p:nvPr/>
            </p:nvSpPr>
            <p:spPr>
              <a:xfrm>
                <a:off x="3326969" y="2212383"/>
                <a:ext cx="5603700" cy="2433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g3bc2c4b1082_0_223"/>
              <p:cNvSpPr txBox="1"/>
              <p:nvPr/>
            </p:nvSpPr>
            <p:spPr>
              <a:xfrm>
                <a:off x="4779725" y="2577975"/>
                <a:ext cx="4135800" cy="1600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Course : 석박사통합과정</a:t>
                </a:r>
                <a:endParaRPr b="1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dk1"/>
                  </a:solidFill>
                </a:endParaRPr>
              </a:p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Team : Dialogue System</a:t>
                </a:r>
                <a:endParaRPr b="1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dk1"/>
                  </a:solidFill>
                </a:endParaRPr>
              </a:p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E-mail : ljh010110@g.skku.edu</a:t>
                </a:r>
                <a:endParaRPr b="1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dk1"/>
                  </a:solidFill>
                </a:endParaRPr>
              </a:p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HP : </a:t>
                </a:r>
                <a:r>
                  <a:rPr lang="ko-KR" sz="1200" b="1">
                    <a:solidFill>
                      <a:schemeClr val="dk1"/>
                    </a:solidFill>
                  </a:rPr>
                  <a:t>https://github.com/ljh010110-skku-edu</a:t>
                </a:r>
                <a:endParaRPr sz="1200" b="1">
                  <a:solidFill>
                    <a:schemeClr val="dk1"/>
                  </a:solidFill>
                </a:endParaRPr>
              </a:p>
            </p:txBody>
          </p:sp>
          <p:sp>
            <p:nvSpPr>
              <p:cNvPr id="159" name="Google Shape;159;g3bc2c4b1082_0_223"/>
              <p:cNvSpPr txBox="1"/>
              <p:nvPr/>
            </p:nvSpPr>
            <p:spPr>
              <a:xfrm>
                <a:off x="3507958" y="4146527"/>
                <a:ext cx="1260000" cy="307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4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성명 : </a:t>
                </a:r>
                <a:r>
                  <a:rPr lang="ko-KR" b="1">
                    <a:solidFill>
                      <a:schemeClr val="dk1"/>
                    </a:solidFill>
                  </a:rPr>
                  <a:t>이준희</a:t>
                </a:r>
                <a:endParaRPr sz="14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60" name="Google Shape;160;g3bc2c4b1082_0_2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512588" y="2447613"/>
              <a:ext cx="1260000" cy="1620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bc2c4b1082_0_235"/>
          <p:cNvSpPr/>
          <p:nvPr/>
        </p:nvSpPr>
        <p:spPr>
          <a:xfrm>
            <a:off x="1803375" y="850790"/>
            <a:ext cx="8585100" cy="4936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66" name="Google Shape;166;g3bc2c4b1082_0_235"/>
          <p:cNvGrpSpPr/>
          <p:nvPr/>
        </p:nvGrpSpPr>
        <p:grpSpPr>
          <a:xfrm>
            <a:off x="3326969" y="2212383"/>
            <a:ext cx="5603700" cy="2433300"/>
            <a:chOff x="3326969" y="2212383"/>
            <a:chExt cx="5603700" cy="2433300"/>
          </a:xfrm>
        </p:grpSpPr>
        <p:grpSp>
          <p:nvGrpSpPr>
            <p:cNvPr id="167" name="Google Shape;167;g3bc2c4b1082_0_235"/>
            <p:cNvGrpSpPr/>
            <p:nvPr/>
          </p:nvGrpSpPr>
          <p:grpSpPr>
            <a:xfrm>
              <a:off x="3326969" y="2212383"/>
              <a:ext cx="5603700" cy="2433300"/>
              <a:chOff x="3326969" y="2212383"/>
              <a:chExt cx="5603700" cy="2433300"/>
            </a:xfrm>
          </p:grpSpPr>
          <p:sp>
            <p:nvSpPr>
              <p:cNvPr id="168" name="Google Shape;168;g3bc2c4b1082_0_235"/>
              <p:cNvSpPr/>
              <p:nvPr/>
            </p:nvSpPr>
            <p:spPr>
              <a:xfrm>
                <a:off x="3326969" y="2212383"/>
                <a:ext cx="5603700" cy="2433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g3bc2c4b1082_0_235"/>
              <p:cNvSpPr txBox="1"/>
              <p:nvPr/>
            </p:nvSpPr>
            <p:spPr>
              <a:xfrm>
                <a:off x="4779725" y="2577975"/>
                <a:ext cx="4135800" cy="1600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Course : 석박사통합과정</a:t>
                </a:r>
                <a:endParaRPr b="1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dk1"/>
                  </a:solidFill>
                </a:endParaRPr>
              </a:p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Team : Information Retrieval</a:t>
                </a:r>
                <a:endParaRPr b="1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dk1"/>
                  </a:solidFill>
                </a:endParaRPr>
              </a:p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E-mail : hjunho2357@gmail.com</a:t>
                </a:r>
                <a:endParaRPr b="1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dk1"/>
                  </a:solidFill>
                </a:endParaRPr>
              </a:p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HP : https://github.com/opkwisdom</a:t>
                </a:r>
                <a:endParaRPr b="1">
                  <a:solidFill>
                    <a:schemeClr val="dk1"/>
                  </a:solidFill>
                </a:endParaRPr>
              </a:p>
            </p:txBody>
          </p:sp>
          <p:sp>
            <p:nvSpPr>
              <p:cNvPr id="170" name="Google Shape;170;g3bc2c4b1082_0_235"/>
              <p:cNvSpPr txBox="1"/>
              <p:nvPr/>
            </p:nvSpPr>
            <p:spPr>
              <a:xfrm>
                <a:off x="3507958" y="4146527"/>
                <a:ext cx="1260000" cy="307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4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성명 : </a:t>
                </a:r>
                <a:r>
                  <a:rPr lang="ko-KR" b="1">
                    <a:solidFill>
                      <a:schemeClr val="dk1"/>
                    </a:solidFill>
                  </a:rPr>
                  <a:t>한준호</a:t>
                </a:r>
                <a:endParaRPr sz="14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71" name="Google Shape;171;g3bc2c4b1082_0_235"/>
            <p:cNvPicPr preferRelativeResize="0"/>
            <p:nvPr/>
          </p:nvPicPr>
          <p:blipFill rotWithShape="1">
            <a:blip r:embed="rId3">
              <a:alphaModFix/>
            </a:blip>
            <a:srcRect l="3705" t="7800" r="75070" b="27031"/>
            <a:stretch/>
          </p:blipFill>
          <p:spPr>
            <a:xfrm>
              <a:off x="3509725" y="2447800"/>
              <a:ext cx="1260001" cy="162000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bc2c4b1082_0_247"/>
          <p:cNvSpPr/>
          <p:nvPr/>
        </p:nvSpPr>
        <p:spPr>
          <a:xfrm>
            <a:off x="1803375" y="850790"/>
            <a:ext cx="8585100" cy="4936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77" name="Google Shape;177;g3bc2c4b1082_0_247"/>
          <p:cNvGrpSpPr/>
          <p:nvPr/>
        </p:nvGrpSpPr>
        <p:grpSpPr>
          <a:xfrm>
            <a:off x="3326969" y="2212383"/>
            <a:ext cx="5603700" cy="2433300"/>
            <a:chOff x="3326969" y="2212383"/>
            <a:chExt cx="5603700" cy="2433300"/>
          </a:xfrm>
        </p:grpSpPr>
        <p:grpSp>
          <p:nvGrpSpPr>
            <p:cNvPr id="178" name="Google Shape;178;g3bc2c4b1082_0_247"/>
            <p:cNvGrpSpPr/>
            <p:nvPr/>
          </p:nvGrpSpPr>
          <p:grpSpPr>
            <a:xfrm>
              <a:off x="3326969" y="2212383"/>
              <a:ext cx="5603700" cy="2433300"/>
              <a:chOff x="3326969" y="2212383"/>
              <a:chExt cx="5603700" cy="2433300"/>
            </a:xfrm>
          </p:grpSpPr>
          <p:sp>
            <p:nvSpPr>
              <p:cNvPr id="179" name="Google Shape;179;g3bc2c4b1082_0_247"/>
              <p:cNvSpPr/>
              <p:nvPr/>
            </p:nvSpPr>
            <p:spPr>
              <a:xfrm>
                <a:off x="3326969" y="2212383"/>
                <a:ext cx="5603700" cy="2433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g3bc2c4b1082_0_247"/>
              <p:cNvSpPr txBox="1"/>
              <p:nvPr/>
            </p:nvSpPr>
            <p:spPr>
              <a:xfrm>
                <a:off x="4779725" y="2577975"/>
                <a:ext cx="4135800" cy="1600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Course : 석박사통합과정</a:t>
                </a:r>
                <a:endParaRPr b="1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dk1"/>
                  </a:solidFill>
                </a:endParaRPr>
              </a:p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Team : Controllable Text Generation</a:t>
                </a:r>
                <a:endParaRPr b="1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dk1"/>
                  </a:solidFill>
                </a:endParaRPr>
              </a:p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E-mail : kimtaeklim2002@gmail.com</a:t>
                </a:r>
                <a:endParaRPr b="1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dk1"/>
                  </a:solidFill>
                </a:endParaRPr>
              </a:p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HP : https://github.com/r01ex</a:t>
                </a:r>
                <a:endParaRPr b="1">
                  <a:solidFill>
                    <a:schemeClr val="dk1"/>
                  </a:solidFill>
                </a:endParaRPr>
              </a:p>
            </p:txBody>
          </p:sp>
          <p:sp>
            <p:nvSpPr>
              <p:cNvPr id="181" name="Google Shape;181;g3bc2c4b1082_0_247"/>
              <p:cNvSpPr txBox="1"/>
              <p:nvPr/>
            </p:nvSpPr>
            <p:spPr>
              <a:xfrm>
                <a:off x="3507958" y="4146527"/>
                <a:ext cx="1260000" cy="307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4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성명 : </a:t>
                </a:r>
                <a:r>
                  <a:rPr lang="ko-KR" b="1">
                    <a:solidFill>
                      <a:schemeClr val="dk1"/>
                    </a:solidFill>
                  </a:rPr>
                  <a:t>김택림</a:t>
                </a:r>
                <a:endParaRPr sz="14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82" name="Google Shape;182;g3bc2c4b1082_0_24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514813" y="2440075"/>
              <a:ext cx="1260000" cy="162000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bc2c4b1082_0_259"/>
          <p:cNvSpPr/>
          <p:nvPr/>
        </p:nvSpPr>
        <p:spPr>
          <a:xfrm>
            <a:off x="1803375" y="850790"/>
            <a:ext cx="8585100" cy="4936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88" name="Google Shape;188;g3bc2c4b1082_0_259"/>
          <p:cNvGrpSpPr/>
          <p:nvPr/>
        </p:nvGrpSpPr>
        <p:grpSpPr>
          <a:xfrm>
            <a:off x="3326969" y="2212383"/>
            <a:ext cx="5603700" cy="2433300"/>
            <a:chOff x="3326969" y="2212383"/>
            <a:chExt cx="5603700" cy="2433300"/>
          </a:xfrm>
        </p:grpSpPr>
        <p:grpSp>
          <p:nvGrpSpPr>
            <p:cNvPr id="189" name="Google Shape;189;g3bc2c4b1082_0_259"/>
            <p:cNvGrpSpPr/>
            <p:nvPr/>
          </p:nvGrpSpPr>
          <p:grpSpPr>
            <a:xfrm>
              <a:off x="3326969" y="2212383"/>
              <a:ext cx="5603700" cy="2433300"/>
              <a:chOff x="3326969" y="2212383"/>
              <a:chExt cx="5603700" cy="2433300"/>
            </a:xfrm>
          </p:grpSpPr>
          <p:sp>
            <p:nvSpPr>
              <p:cNvPr id="190" name="Google Shape;190;g3bc2c4b1082_0_259"/>
              <p:cNvSpPr/>
              <p:nvPr/>
            </p:nvSpPr>
            <p:spPr>
              <a:xfrm>
                <a:off x="3326969" y="2212383"/>
                <a:ext cx="5603700" cy="2433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g3bc2c4b1082_0_259"/>
              <p:cNvSpPr txBox="1"/>
              <p:nvPr/>
            </p:nvSpPr>
            <p:spPr>
              <a:xfrm>
                <a:off x="4779725" y="2577975"/>
                <a:ext cx="4135800" cy="1600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Course : 석박사통합과정</a:t>
                </a:r>
                <a:endParaRPr b="1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dk1"/>
                  </a:solidFill>
                </a:endParaRPr>
              </a:p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Team : Controllable Text Generation</a:t>
                </a:r>
                <a:endParaRPr b="1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dk1"/>
                  </a:solidFill>
                </a:endParaRPr>
              </a:p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E-mail : yewon0742@gmail.com</a:t>
                </a:r>
                <a:endParaRPr b="1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dk1"/>
                  </a:solidFill>
                </a:endParaRPr>
              </a:p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HP : https://github.com/aeongaewon</a:t>
                </a:r>
                <a:endParaRPr b="1">
                  <a:solidFill>
                    <a:schemeClr val="dk1"/>
                  </a:solidFill>
                </a:endParaRPr>
              </a:p>
            </p:txBody>
          </p:sp>
          <p:sp>
            <p:nvSpPr>
              <p:cNvPr id="192" name="Google Shape;192;g3bc2c4b1082_0_259"/>
              <p:cNvSpPr txBox="1"/>
              <p:nvPr/>
            </p:nvSpPr>
            <p:spPr>
              <a:xfrm>
                <a:off x="3507958" y="4146527"/>
                <a:ext cx="1260000" cy="307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4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성명 : </a:t>
                </a:r>
                <a:r>
                  <a:rPr lang="ko-KR" b="1">
                    <a:solidFill>
                      <a:schemeClr val="dk1"/>
                    </a:solidFill>
                  </a:rPr>
                  <a:t>이예원</a:t>
                </a:r>
                <a:endParaRPr sz="14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93" name="Google Shape;193;g3bc2c4b1082_0_25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515450" y="2436024"/>
              <a:ext cx="1260000" cy="1620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bc2c4b1082_0_271"/>
          <p:cNvSpPr/>
          <p:nvPr/>
        </p:nvSpPr>
        <p:spPr>
          <a:xfrm>
            <a:off x="1803375" y="850790"/>
            <a:ext cx="8585100" cy="4936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99" name="Google Shape;199;g3bc2c4b1082_0_271"/>
          <p:cNvGrpSpPr/>
          <p:nvPr/>
        </p:nvGrpSpPr>
        <p:grpSpPr>
          <a:xfrm>
            <a:off x="3326969" y="2212383"/>
            <a:ext cx="5603700" cy="2433300"/>
            <a:chOff x="3326969" y="2212383"/>
            <a:chExt cx="5603700" cy="2433300"/>
          </a:xfrm>
        </p:grpSpPr>
        <p:grpSp>
          <p:nvGrpSpPr>
            <p:cNvPr id="200" name="Google Shape;200;g3bc2c4b1082_0_271"/>
            <p:cNvGrpSpPr/>
            <p:nvPr/>
          </p:nvGrpSpPr>
          <p:grpSpPr>
            <a:xfrm>
              <a:off x="3326969" y="2212383"/>
              <a:ext cx="5603700" cy="2433300"/>
              <a:chOff x="3326969" y="2212383"/>
              <a:chExt cx="5603700" cy="2433300"/>
            </a:xfrm>
          </p:grpSpPr>
          <p:sp>
            <p:nvSpPr>
              <p:cNvPr id="201" name="Google Shape;201;g3bc2c4b1082_0_271"/>
              <p:cNvSpPr/>
              <p:nvPr/>
            </p:nvSpPr>
            <p:spPr>
              <a:xfrm>
                <a:off x="3326969" y="2212383"/>
                <a:ext cx="5603700" cy="2433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g3bc2c4b1082_0_271"/>
              <p:cNvSpPr txBox="1"/>
              <p:nvPr/>
            </p:nvSpPr>
            <p:spPr>
              <a:xfrm>
                <a:off x="4779725" y="2577975"/>
                <a:ext cx="4135800" cy="1600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Course : 석박사통합과정</a:t>
                </a:r>
                <a:endParaRPr b="1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dk1"/>
                  </a:solidFill>
                </a:endParaRPr>
              </a:p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Team : Information Retrieval</a:t>
                </a:r>
                <a:endParaRPr b="1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dk1"/>
                  </a:solidFill>
                </a:endParaRPr>
              </a:p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E-mail : jsms48252@gmail.com</a:t>
                </a:r>
                <a:endParaRPr b="1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dk1"/>
                  </a:solidFill>
                </a:endParaRPr>
              </a:p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HP : https://github.com/jsms4825</a:t>
                </a:r>
                <a:endParaRPr b="1">
                  <a:solidFill>
                    <a:schemeClr val="dk1"/>
                  </a:solidFill>
                </a:endParaRPr>
              </a:p>
            </p:txBody>
          </p:sp>
          <p:sp>
            <p:nvSpPr>
              <p:cNvPr id="203" name="Google Shape;203;g3bc2c4b1082_0_271"/>
              <p:cNvSpPr txBox="1"/>
              <p:nvPr/>
            </p:nvSpPr>
            <p:spPr>
              <a:xfrm>
                <a:off x="3507958" y="4146527"/>
                <a:ext cx="1260000" cy="307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4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성명 : </a:t>
                </a:r>
                <a:r>
                  <a:rPr lang="ko-KR" b="1">
                    <a:solidFill>
                      <a:schemeClr val="dk1"/>
                    </a:solidFill>
                  </a:rPr>
                  <a:t>이준서</a:t>
                </a:r>
                <a:endParaRPr sz="14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04" name="Google Shape;204;g3bc2c4b1082_0_27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516388" y="2437238"/>
              <a:ext cx="1260000" cy="1620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bc2c4b1082_0_283"/>
          <p:cNvSpPr/>
          <p:nvPr/>
        </p:nvSpPr>
        <p:spPr>
          <a:xfrm>
            <a:off x="1803375" y="850790"/>
            <a:ext cx="8585100" cy="4936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10" name="Google Shape;210;g3bc2c4b1082_0_283"/>
          <p:cNvGrpSpPr/>
          <p:nvPr/>
        </p:nvGrpSpPr>
        <p:grpSpPr>
          <a:xfrm>
            <a:off x="3326969" y="2212383"/>
            <a:ext cx="5603700" cy="2433300"/>
            <a:chOff x="3326969" y="2212383"/>
            <a:chExt cx="5603700" cy="2433300"/>
          </a:xfrm>
        </p:grpSpPr>
        <p:grpSp>
          <p:nvGrpSpPr>
            <p:cNvPr id="211" name="Google Shape;211;g3bc2c4b1082_0_283"/>
            <p:cNvGrpSpPr/>
            <p:nvPr/>
          </p:nvGrpSpPr>
          <p:grpSpPr>
            <a:xfrm>
              <a:off x="3326969" y="2212383"/>
              <a:ext cx="5603700" cy="2433300"/>
              <a:chOff x="3326969" y="2212383"/>
              <a:chExt cx="5603700" cy="2433300"/>
            </a:xfrm>
          </p:grpSpPr>
          <p:sp>
            <p:nvSpPr>
              <p:cNvPr id="212" name="Google Shape;212;g3bc2c4b1082_0_283"/>
              <p:cNvSpPr/>
              <p:nvPr/>
            </p:nvSpPr>
            <p:spPr>
              <a:xfrm>
                <a:off x="3326969" y="2212383"/>
                <a:ext cx="5603700" cy="2433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g3bc2c4b1082_0_283"/>
              <p:cNvSpPr txBox="1"/>
              <p:nvPr/>
            </p:nvSpPr>
            <p:spPr>
              <a:xfrm>
                <a:off x="4779725" y="2577975"/>
                <a:ext cx="4135800" cy="1600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Course : 석박사통합과정</a:t>
                </a:r>
                <a:endParaRPr b="1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dk1"/>
                  </a:solidFill>
                </a:endParaRPr>
              </a:p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Team : Controllable Text Generation</a:t>
                </a:r>
                <a:endParaRPr b="1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dk1"/>
                  </a:solidFill>
                </a:endParaRPr>
              </a:p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E-mail : jeongwu510@gmail.com</a:t>
                </a:r>
                <a:endParaRPr b="1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dk1"/>
                  </a:solidFill>
                </a:endParaRPr>
              </a:p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HP : https://github.com/hiwjddn</a:t>
                </a:r>
                <a:endParaRPr b="1">
                  <a:solidFill>
                    <a:schemeClr val="dk1"/>
                  </a:solidFill>
                </a:endParaRPr>
              </a:p>
            </p:txBody>
          </p:sp>
          <p:sp>
            <p:nvSpPr>
              <p:cNvPr id="214" name="Google Shape;214;g3bc2c4b1082_0_283"/>
              <p:cNvSpPr txBox="1"/>
              <p:nvPr/>
            </p:nvSpPr>
            <p:spPr>
              <a:xfrm>
                <a:off x="3507958" y="4146527"/>
                <a:ext cx="1260000" cy="307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4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성명 : </a:t>
                </a:r>
                <a:r>
                  <a:rPr lang="ko-KR" b="1">
                    <a:solidFill>
                      <a:schemeClr val="dk1"/>
                    </a:solidFill>
                  </a:rPr>
                  <a:t>김정우</a:t>
                </a:r>
                <a:endParaRPr sz="14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15" name="Google Shape;215;g3bc2c4b1082_0_28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514814" y="2429324"/>
              <a:ext cx="1259999" cy="161999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bc2c4b1082_0_296"/>
          <p:cNvSpPr/>
          <p:nvPr/>
        </p:nvSpPr>
        <p:spPr>
          <a:xfrm>
            <a:off x="1803375" y="850790"/>
            <a:ext cx="8585100" cy="4936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21" name="Google Shape;221;g3bc2c4b1082_0_296"/>
          <p:cNvGrpSpPr/>
          <p:nvPr/>
        </p:nvGrpSpPr>
        <p:grpSpPr>
          <a:xfrm>
            <a:off x="3326969" y="2212383"/>
            <a:ext cx="5603700" cy="2433300"/>
            <a:chOff x="3326969" y="2212383"/>
            <a:chExt cx="5603700" cy="2433300"/>
          </a:xfrm>
        </p:grpSpPr>
        <p:grpSp>
          <p:nvGrpSpPr>
            <p:cNvPr id="222" name="Google Shape;222;g3bc2c4b1082_0_296"/>
            <p:cNvGrpSpPr/>
            <p:nvPr/>
          </p:nvGrpSpPr>
          <p:grpSpPr>
            <a:xfrm>
              <a:off x="3326969" y="2212383"/>
              <a:ext cx="5603700" cy="2433300"/>
              <a:chOff x="3326969" y="2212383"/>
              <a:chExt cx="5603700" cy="2433300"/>
            </a:xfrm>
          </p:grpSpPr>
          <p:sp>
            <p:nvSpPr>
              <p:cNvPr id="223" name="Google Shape;223;g3bc2c4b1082_0_296"/>
              <p:cNvSpPr/>
              <p:nvPr/>
            </p:nvSpPr>
            <p:spPr>
              <a:xfrm>
                <a:off x="3326969" y="2212383"/>
                <a:ext cx="5603700" cy="2433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g3bc2c4b1082_0_296"/>
              <p:cNvSpPr txBox="1"/>
              <p:nvPr/>
            </p:nvSpPr>
            <p:spPr>
              <a:xfrm>
                <a:off x="4779725" y="2577975"/>
                <a:ext cx="4135800" cy="1600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Course : 석박사통합과정</a:t>
                </a:r>
                <a:endParaRPr b="1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dk1"/>
                  </a:solidFill>
                </a:endParaRPr>
              </a:p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Team : Dialogue System</a:t>
                </a:r>
                <a:endParaRPr b="1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dk1"/>
                  </a:solidFill>
                </a:endParaRPr>
              </a:p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E-mail : junwookim618@gmail.com</a:t>
                </a:r>
                <a:endParaRPr b="1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dk1"/>
                  </a:solidFill>
                </a:endParaRPr>
              </a:p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HP : https://github.com/Wnsdnl</a:t>
                </a:r>
                <a:endParaRPr b="1">
                  <a:solidFill>
                    <a:schemeClr val="dk1"/>
                  </a:solidFill>
                </a:endParaRPr>
              </a:p>
            </p:txBody>
          </p:sp>
          <p:sp>
            <p:nvSpPr>
              <p:cNvPr id="225" name="Google Shape;225;g3bc2c4b1082_0_296"/>
              <p:cNvSpPr txBox="1"/>
              <p:nvPr/>
            </p:nvSpPr>
            <p:spPr>
              <a:xfrm>
                <a:off x="3507958" y="4146527"/>
                <a:ext cx="1260000" cy="307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4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성명 : </a:t>
                </a:r>
                <a:r>
                  <a:rPr lang="ko-KR" b="1">
                    <a:solidFill>
                      <a:schemeClr val="dk1"/>
                    </a:solidFill>
                  </a:rPr>
                  <a:t>김준우</a:t>
                </a:r>
                <a:endParaRPr sz="14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26" name="Google Shape;226;g3bc2c4b1082_0_29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517874" y="2417275"/>
              <a:ext cx="1260000" cy="1620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c2c4b1082_0_308"/>
          <p:cNvSpPr/>
          <p:nvPr/>
        </p:nvSpPr>
        <p:spPr>
          <a:xfrm>
            <a:off x="1803375" y="850790"/>
            <a:ext cx="8585100" cy="4936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32" name="Google Shape;232;g3bc2c4b1082_0_308"/>
          <p:cNvGrpSpPr/>
          <p:nvPr/>
        </p:nvGrpSpPr>
        <p:grpSpPr>
          <a:xfrm>
            <a:off x="3326969" y="2212383"/>
            <a:ext cx="5603700" cy="2433300"/>
            <a:chOff x="3326969" y="2212383"/>
            <a:chExt cx="5603700" cy="2433300"/>
          </a:xfrm>
        </p:grpSpPr>
        <p:grpSp>
          <p:nvGrpSpPr>
            <p:cNvPr id="233" name="Google Shape;233;g3bc2c4b1082_0_308"/>
            <p:cNvGrpSpPr/>
            <p:nvPr/>
          </p:nvGrpSpPr>
          <p:grpSpPr>
            <a:xfrm>
              <a:off x="3326969" y="2212383"/>
              <a:ext cx="5603700" cy="2433300"/>
              <a:chOff x="3326969" y="2212383"/>
              <a:chExt cx="5603700" cy="2433300"/>
            </a:xfrm>
          </p:grpSpPr>
          <p:sp>
            <p:nvSpPr>
              <p:cNvPr id="234" name="Google Shape;234;g3bc2c4b1082_0_308"/>
              <p:cNvSpPr/>
              <p:nvPr/>
            </p:nvSpPr>
            <p:spPr>
              <a:xfrm>
                <a:off x="3326969" y="2212383"/>
                <a:ext cx="5603700" cy="2433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" name="Google Shape;235;g3bc2c4b1082_0_308"/>
              <p:cNvSpPr txBox="1"/>
              <p:nvPr/>
            </p:nvSpPr>
            <p:spPr>
              <a:xfrm>
                <a:off x="4779725" y="2577975"/>
                <a:ext cx="4135800" cy="1600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Course : 석박사통합과정</a:t>
                </a:r>
                <a:endParaRPr b="1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dk1"/>
                  </a:solidFill>
                </a:endParaRPr>
              </a:p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Team : Information Retrieval</a:t>
                </a:r>
                <a:endParaRPr b="1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dk1"/>
                  </a:solidFill>
                </a:endParaRPr>
              </a:p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E-mail : eqsubin@gmail.com</a:t>
                </a:r>
                <a:endParaRPr b="1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dk1"/>
                  </a:solidFill>
                </a:endParaRPr>
              </a:p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HP : https://github.com/kangsoobin</a:t>
                </a:r>
                <a:endParaRPr b="1">
                  <a:solidFill>
                    <a:schemeClr val="dk1"/>
                  </a:solidFill>
                </a:endParaRPr>
              </a:p>
            </p:txBody>
          </p:sp>
          <p:sp>
            <p:nvSpPr>
              <p:cNvPr id="236" name="Google Shape;236;g3bc2c4b1082_0_308"/>
              <p:cNvSpPr txBox="1"/>
              <p:nvPr/>
            </p:nvSpPr>
            <p:spPr>
              <a:xfrm>
                <a:off x="3507958" y="4146527"/>
                <a:ext cx="1260000" cy="307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4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성명 : </a:t>
                </a:r>
                <a:r>
                  <a:rPr lang="ko-KR" b="1">
                    <a:solidFill>
                      <a:schemeClr val="dk1"/>
                    </a:solidFill>
                  </a:rPr>
                  <a:t>강수빈</a:t>
                </a:r>
                <a:endParaRPr sz="14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37" name="Google Shape;237;g3bc2c4b1082_0_30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514814" y="2418574"/>
              <a:ext cx="1259999" cy="161999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bc2c4b1082_0_320"/>
          <p:cNvSpPr/>
          <p:nvPr/>
        </p:nvSpPr>
        <p:spPr>
          <a:xfrm>
            <a:off x="1803375" y="850790"/>
            <a:ext cx="8585100" cy="4936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43" name="Google Shape;243;g3bc2c4b1082_0_320"/>
          <p:cNvGrpSpPr/>
          <p:nvPr/>
        </p:nvGrpSpPr>
        <p:grpSpPr>
          <a:xfrm>
            <a:off x="3326969" y="2212383"/>
            <a:ext cx="5603700" cy="2433300"/>
            <a:chOff x="3326969" y="2212383"/>
            <a:chExt cx="5603700" cy="2433300"/>
          </a:xfrm>
        </p:grpSpPr>
        <p:grpSp>
          <p:nvGrpSpPr>
            <p:cNvPr id="244" name="Google Shape;244;g3bc2c4b1082_0_320"/>
            <p:cNvGrpSpPr/>
            <p:nvPr/>
          </p:nvGrpSpPr>
          <p:grpSpPr>
            <a:xfrm>
              <a:off x="3326969" y="2212383"/>
              <a:ext cx="5603700" cy="2433300"/>
              <a:chOff x="3326969" y="2212383"/>
              <a:chExt cx="5603700" cy="2433300"/>
            </a:xfrm>
          </p:grpSpPr>
          <p:sp>
            <p:nvSpPr>
              <p:cNvPr id="245" name="Google Shape;245;g3bc2c4b1082_0_320"/>
              <p:cNvSpPr/>
              <p:nvPr/>
            </p:nvSpPr>
            <p:spPr>
              <a:xfrm>
                <a:off x="3326969" y="2212383"/>
                <a:ext cx="5603700" cy="2433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g3bc2c4b1082_0_320"/>
              <p:cNvSpPr txBox="1"/>
              <p:nvPr/>
            </p:nvSpPr>
            <p:spPr>
              <a:xfrm>
                <a:off x="4779725" y="2577975"/>
                <a:ext cx="4135800" cy="1600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Course : 석사과정</a:t>
                </a:r>
                <a:endParaRPr b="1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dk1"/>
                  </a:solidFill>
                </a:endParaRPr>
              </a:p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Team : Dialogue System</a:t>
                </a:r>
                <a:endParaRPr b="1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dk1"/>
                  </a:solidFill>
                </a:endParaRPr>
              </a:p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E-mail : wjreh12@gmail.com</a:t>
                </a:r>
                <a:endParaRPr b="1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dk1"/>
                  </a:solidFill>
                </a:endParaRPr>
              </a:p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HP : https://github.com/uomiz</a:t>
                </a:r>
                <a:endParaRPr b="1">
                  <a:solidFill>
                    <a:schemeClr val="dk1"/>
                  </a:solidFill>
                </a:endParaRPr>
              </a:p>
            </p:txBody>
          </p:sp>
          <p:sp>
            <p:nvSpPr>
              <p:cNvPr id="247" name="Google Shape;247;g3bc2c4b1082_0_320"/>
              <p:cNvSpPr txBox="1"/>
              <p:nvPr/>
            </p:nvSpPr>
            <p:spPr>
              <a:xfrm>
                <a:off x="3507958" y="4146527"/>
                <a:ext cx="1260000" cy="307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4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성명 : </a:t>
                </a:r>
                <a:r>
                  <a:rPr lang="ko-KR" b="1">
                    <a:solidFill>
                      <a:schemeClr val="dk1"/>
                    </a:solidFill>
                  </a:rPr>
                  <a:t>허지원</a:t>
                </a:r>
                <a:endParaRPr sz="14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48" name="Google Shape;248;g3bc2c4b1082_0_3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505638" y="2405013"/>
              <a:ext cx="1260000" cy="1620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bc2c4b1082_0_332"/>
          <p:cNvSpPr/>
          <p:nvPr/>
        </p:nvSpPr>
        <p:spPr>
          <a:xfrm>
            <a:off x="1803375" y="850790"/>
            <a:ext cx="8585100" cy="4936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54" name="Google Shape;254;g3bc2c4b1082_0_332"/>
          <p:cNvGrpSpPr/>
          <p:nvPr/>
        </p:nvGrpSpPr>
        <p:grpSpPr>
          <a:xfrm>
            <a:off x="3326969" y="2212383"/>
            <a:ext cx="5603700" cy="2433300"/>
            <a:chOff x="3326969" y="2212383"/>
            <a:chExt cx="5603700" cy="2433300"/>
          </a:xfrm>
        </p:grpSpPr>
        <p:grpSp>
          <p:nvGrpSpPr>
            <p:cNvPr id="255" name="Google Shape;255;g3bc2c4b1082_0_332"/>
            <p:cNvGrpSpPr/>
            <p:nvPr/>
          </p:nvGrpSpPr>
          <p:grpSpPr>
            <a:xfrm>
              <a:off x="3326969" y="2212383"/>
              <a:ext cx="5603700" cy="2433300"/>
              <a:chOff x="3326969" y="2212383"/>
              <a:chExt cx="5603700" cy="2433300"/>
            </a:xfrm>
          </p:grpSpPr>
          <p:sp>
            <p:nvSpPr>
              <p:cNvPr id="256" name="Google Shape;256;g3bc2c4b1082_0_332"/>
              <p:cNvSpPr/>
              <p:nvPr/>
            </p:nvSpPr>
            <p:spPr>
              <a:xfrm>
                <a:off x="3326969" y="2212383"/>
                <a:ext cx="5603700" cy="2433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g3bc2c4b1082_0_332"/>
              <p:cNvSpPr txBox="1"/>
              <p:nvPr/>
            </p:nvSpPr>
            <p:spPr>
              <a:xfrm>
                <a:off x="4779725" y="2577975"/>
                <a:ext cx="4135800" cy="1600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Course : 학부과정</a:t>
                </a:r>
                <a:endParaRPr b="1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dk1"/>
                  </a:solidFill>
                </a:endParaRPr>
              </a:p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Team : Natural Language Processing</a:t>
                </a:r>
                <a:endParaRPr b="1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dk1"/>
                  </a:solidFill>
                </a:endParaRPr>
              </a:p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E-mail : lingajs7515@gmail.com</a:t>
                </a:r>
                <a:endParaRPr b="1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dk1"/>
                  </a:solidFill>
                </a:endParaRPr>
              </a:p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HP : https://github.com/hecarimday</a:t>
                </a:r>
                <a:endParaRPr b="1">
                  <a:solidFill>
                    <a:schemeClr val="dk1"/>
                  </a:solidFill>
                </a:endParaRPr>
              </a:p>
            </p:txBody>
          </p:sp>
          <p:sp>
            <p:nvSpPr>
              <p:cNvPr id="258" name="Google Shape;258;g3bc2c4b1082_0_332"/>
              <p:cNvSpPr txBox="1"/>
              <p:nvPr/>
            </p:nvSpPr>
            <p:spPr>
              <a:xfrm>
                <a:off x="3507958" y="4146527"/>
                <a:ext cx="1260000" cy="307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4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성명 : </a:t>
                </a:r>
                <a:r>
                  <a:rPr lang="ko-KR" b="1">
                    <a:solidFill>
                      <a:schemeClr val="dk1"/>
                    </a:solidFill>
                  </a:rPr>
                  <a:t>박진석</a:t>
                </a:r>
                <a:endParaRPr sz="14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59" name="Google Shape;259;g3bc2c4b1082_0_3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511009" y="2407825"/>
              <a:ext cx="1260001" cy="162000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>
          <a:extLst>
            <a:ext uri="{FF2B5EF4-FFF2-40B4-BE49-F238E27FC236}">
              <a16:creationId xmlns:a16="http://schemas.microsoft.com/office/drawing/2014/main" id="{61320FCC-7F8B-6241-62C3-5BA32D98D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bc2c4b1082_0_332">
            <a:extLst>
              <a:ext uri="{FF2B5EF4-FFF2-40B4-BE49-F238E27FC236}">
                <a16:creationId xmlns:a16="http://schemas.microsoft.com/office/drawing/2014/main" id="{DC13971A-3BC4-61FD-AF5F-D6D3E9F0BCFC}"/>
              </a:ext>
            </a:extLst>
          </p:cNvPr>
          <p:cNvSpPr/>
          <p:nvPr/>
        </p:nvSpPr>
        <p:spPr>
          <a:xfrm>
            <a:off x="1803375" y="850790"/>
            <a:ext cx="8585100" cy="4936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2E647D20-7923-133E-33C1-5B6B29F459E6}"/>
              </a:ext>
            </a:extLst>
          </p:cNvPr>
          <p:cNvGrpSpPr/>
          <p:nvPr/>
        </p:nvGrpSpPr>
        <p:grpSpPr>
          <a:xfrm>
            <a:off x="3326969" y="2212383"/>
            <a:ext cx="5603700" cy="2433300"/>
            <a:chOff x="3326969" y="2212383"/>
            <a:chExt cx="5603700" cy="2433300"/>
          </a:xfrm>
        </p:grpSpPr>
        <p:grpSp>
          <p:nvGrpSpPr>
            <p:cNvPr id="255" name="Google Shape;255;g3bc2c4b1082_0_332">
              <a:extLst>
                <a:ext uri="{FF2B5EF4-FFF2-40B4-BE49-F238E27FC236}">
                  <a16:creationId xmlns:a16="http://schemas.microsoft.com/office/drawing/2014/main" id="{6733A80E-DA11-4647-D9C0-A39EE0B7BC9B}"/>
                </a:ext>
              </a:extLst>
            </p:cNvPr>
            <p:cNvGrpSpPr/>
            <p:nvPr/>
          </p:nvGrpSpPr>
          <p:grpSpPr>
            <a:xfrm>
              <a:off x="3326969" y="2212383"/>
              <a:ext cx="5603700" cy="2433300"/>
              <a:chOff x="3326969" y="2212383"/>
              <a:chExt cx="5603700" cy="2433300"/>
            </a:xfrm>
          </p:grpSpPr>
          <p:sp>
            <p:nvSpPr>
              <p:cNvPr id="256" name="Google Shape;256;g3bc2c4b1082_0_332">
                <a:extLst>
                  <a:ext uri="{FF2B5EF4-FFF2-40B4-BE49-F238E27FC236}">
                    <a16:creationId xmlns:a16="http://schemas.microsoft.com/office/drawing/2014/main" id="{8AA7BB3B-9593-D70F-8228-7DE3F3A67EC1}"/>
                  </a:ext>
                </a:extLst>
              </p:cNvPr>
              <p:cNvSpPr/>
              <p:nvPr/>
            </p:nvSpPr>
            <p:spPr>
              <a:xfrm>
                <a:off x="3326969" y="2212383"/>
                <a:ext cx="5603700" cy="2433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g3bc2c4b1082_0_332">
                <a:extLst>
                  <a:ext uri="{FF2B5EF4-FFF2-40B4-BE49-F238E27FC236}">
                    <a16:creationId xmlns:a16="http://schemas.microsoft.com/office/drawing/2014/main" id="{3181E37B-54DF-80C1-C0AD-B55995445892}"/>
                  </a:ext>
                </a:extLst>
              </p:cNvPr>
              <p:cNvSpPr txBox="1"/>
              <p:nvPr/>
            </p:nvSpPr>
            <p:spPr>
              <a:xfrm>
                <a:off x="4779725" y="2577975"/>
                <a:ext cx="4135800" cy="1600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Char char="•"/>
                </a:pPr>
                <a:r>
                  <a:rPr lang="ko-KR" b="1" dirty="0" err="1">
                    <a:solidFill>
                      <a:schemeClr val="dk1"/>
                    </a:solidFill>
                  </a:rPr>
                  <a:t>Course</a:t>
                </a:r>
                <a:r>
                  <a:rPr lang="ko-KR" b="1" dirty="0">
                    <a:solidFill>
                      <a:schemeClr val="dk1"/>
                    </a:solidFill>
                  </a:rPr>
                  <a:t> : 학부과정</a:t>
                </a:r>
                <a:endParaRPr b="1" dirty="0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 dirty="0">
                  <a:solidFill>
                    <a:schemeClr val="dk1"/>
                  </a:solidFill>
                </a:endParaRPr>
              </a:p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•"/>
                </a:pPr>
                <a:r>
                  <a:rPr lang="ko-KR" b="1" dirty="0" err="1">
                    <a:solidFill>
                      <a:schemeClr val="dk1"/>
                    </a:solidFill>
                  </a:rPr>
                  <a:t>Team</a:t>
                </a:r>
                <a:r>
                  <a:rPr lang="ko-KR" b="1" dirty="0">
                    <a:solidFill>
                      <a:schemeClr val="dk1"/>
                    </a:solidFill>
                  </a:rPr>
                  <a:t> : </a:t>
                </a:r>
                <a:r>
                  <a:rPr lang="ko-KR" b="1" dirty="0" err="1">
                    <a:solidFill>
                      <a:schemeClr val="dk1"/>
                    </a:solidFill>
                  </a:rPr>
                  <a:t>Natural</a:t>
                </a:r>
                <a:r>
                  <a:rPr lang="ko-KR" b="1" dirty="0">
                    <a:solidFill>
                      <a:schemeClr val="dk1"/>
                    </a:solidFill>
                  </a:rPr>
                  <a:t> </a:t>
                </a:r>
                <a:r>
                  <a:rPr lang="ko-KR" b="1" dirty="0" err="1">
                    <a:solidFill>
                      <a:schemeClr val="dk1"/>
                    </a:solidFill>
                  </a:rPr>
                  <a:t>Language</a:t>
                </a:r>
                <a:r>
                  <a:rPr lang="ko-KR" b="1" dirty="0">
                    <a:solidFill>
                      <a:schemeClr val="dk1"/>
                    </a:solidFill>
                  </a:rPr>
                  <a:t> Processing</a:t>
                </a:r>
                <a:endParaRPr b="1" dirty="0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 dirty="0">
                  <a:solidFill>
                    <a:schemeClr val="dk1"/>
                  </a:solidFill>
                </a:endParaRPr>
              </a:p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•"/>
                </a:pPr>
                <a:r>
                  <a:rPr lang="ko-KR" b="1" dirty="0" err="1">
                    <a:solidFill>
                      <a:schemeClr val="dk1"/>
                    </a:solidFill>
                  </a:rPr>
                  <a:t>E-mail</a:t>
                </a:r>
                <a:r>
                  <a:rPr lang="ko-KR" b="1" dirty="0">
                    <a:solidFill>
                      <a:schemeClr val="dk1"/>
                    </a:solidFill>
                  </a:rPr>
                  <a:t> : </a:t>
                </a:r>
                <a:r>
                  <a:rPr lang="en-US" altLang="ko-KR" b="1" dirty="0">
                    <a:solidFill>
                      <a:schemeClr val="dk1"/>
                    </a:solidFill>
                  </a:rPr>
                  <a:t>sy951020</a:t>
                </a:r>
                <a:r>
                  <a:rPr lang="ko-KR" b="1" dirty="0">
                    <a:solidFill>
                      <a:schemeClr val="dk1"/>
                    </a:solidFill>
                  </a:rPr>
                  <a:t>@gmail.com</a:t>
                </a:r>
                <a:endParaRPr b="1" dirty="0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 dirty="0">
                  <a:solidFill>
                    <a:schemeClr val="dk1"/>
                  </a:solidFill>
                </a:endParaRPr>
              </a:p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•"/>
                </a:pPr>
                <a:r>
                  <a:rPr lang="ko-KR" b="1" dirty="0">
                    <a:solidFill>
                      <a:schemeClr val="dk1"/>
                    </a:solidFill>
                  </a:rPr>
                  <a:t>HP : https://github.com/</a:t>
                </a:r>
                <a:r>
                  <a:rPr lang="en-US" altLang="ko-KR" b="1" dirty="0">
                    <a:solidFill>
                      <a:schemeClr val="dk1"/>
                    </a:solidFill>
                  </a:rPr>
                  <a:t>sksy930</a:t>
                </a:r>
                <a:endParaRPr b="1" dirty="0">
                  <a:solidFill>
                    <a:schemeClr val="dk1"/>
                  </a:solidFill>
                </a:endParaRPr>
              </a:p>
            </p:txBody>
          </p:sp>
          <p:sp>
            <p:nvSpPr>
              <p:cNvPr id="258" name="Google Shape;258;g3bc2c4b1082_0_332">
                <a:extLst>
                  <a:ext uri="{FF2B5EF4-FFF2-40B4-BE49-F238E27FC236}">
                    <a16:creationId xmlns:a16="http://schemas.microsoft.com/office/drawing/2014/main" id="{073D9453-F6F1-63FC-20AA-25075E9CDAC9}"/>
                  </a:ext>
                </a:extLst>
              </p:cNvPr>
              <p:cNvSpPr txBox="1"/>
              <p:nvPr/>
            </p:nvSpPr>
            <p:spPr>
              <a:xfrm>
                <a:off x="3507958" y="4146527"/>
                <a:ext cx="1260000" cy="307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400" b="1" i="0" u="none" strike="noStrike" cap="none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성명 : </a:t>
                </a:r>
                <a:r>
                  <a:rPr lang="ko-KR" altLang="en-US" sz="1400" b="1" i="0" u="none" strike="noStrike" cap="none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이서영</a:t>
                </a:r>
                <a:endParaRPr sz="1400" b="1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" name="그림 2" descr="인간의 얼굴, 사람, 입술, 의류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2681765A-A6BE-72F1-5D77-5BF31EF6F56E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07958" y="2407826"/>
              <a:ext cx="1260000" cy="162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526843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bc2c4b1082_0_356"/>
          <p:cNvSpPr/>
          <p:nvPr/>
        </p:nvSpPr>
        <p:spPr>
          <a:xfrm>
            <a:off x="1803375" y="850790"/>
            <a:ext cx="8585100" cy="4936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76" name="Google Shape;276;g3bc2c4b1082_0_356"/>
          <p:cNvGrpSpPr/>
          <p:nvPr/>
        </p:nvGrpSpPr>
        <p:grpSpPr>
          <a:xfrm>
            <a:off x="3326969" y="2212383"/>
            <a:ext cx="5603700" cy="2433300"/>
            <a:chOff x="3326969" y="2212383"/>
            <a:chExt cx="5603700" cy="2433300"/>
          </a:xfrm>
        </p:grpSpPr>
        <p:grpSp>
          <p:nvGrpSpPr>
            <p:cNvPr id="277" name="Google Shape;277;g3bc2c4b1082_0_356"/>
            <p:cNvGrpSpPr/>
            <p:nvPr/>
          </p:nvGrpSpPr>
          <p:grpSpPr>
            <a:xfrm>
              <a:off x="3326969" y="2212383"/>
              <a:ext cx="5603700" cy="2433300"/>
              <a:chOff x="3326969" y="2212383"/>
              <a:chExt cx="5603700" cy="2433300"/>
            </a:xfrm>
          </p:grpSpPr>
          <p:sp>
            <p:nvSpPr>
              <p:cNvPr id="278" name="Google Shape;278;g3bc2c4b1082_0_356"/>
              <p:cNvSpPr/>
              <p:nvPr/>
            </p:nvSpPr>
            <p:spPr>
              <a:xfrm>
                <a:off x="3326969" y="2212383"/>
                <a:ext cx="5603700" cy="2433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" name="Google Shape;279;g3bc2c4b1082_0_356"/>
              <p:cNvSpPr txBox="1"/>
              <p:nvPr/>
            </p:nvSpPr>
            <p:spPr>
              <a:xfrm>
                <a:off x="4779725" y="2577975"/>
                <a:ext cx="4135800" cy="1600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Course : 학부과정</a:t>
                </a:r>
                <a:endParaRPr b="1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dk1"/>
                  </a:solidFill>
                </a:endParaRPr>
              </a:p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Team : Natural Language Processing</a:t>
                </a:r>
                <a:endParaRPr b="1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dk1"/>
                  </a:solidFill>
                </a:endParaRPr>
              </a:p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E-mail : james0107james@gmail.com</a:t>
                </a:r>
                <a:endParaRPr b="1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dk1"/>
                  </a:solidFill>
                </a:endParaRPr>
              </a:p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•"/>
                </a:pPr>
                <a:r>
                  <a:rPr lang="ko-KR" b="1">
                    <a:solidFill>
                      <a:schemeClr val="dk1"/>
                    </a:solidFill>
                  </a:rPr>
                  <a:t>HP : https://github.com/Lee-seunghyeon2</a:t>
                </a:r>
                <a:endParaRPr b="1">
                  <a:solidFill>
                    <a:schemeClr val="dk1"/>
                  </a:solidFill>
                </a:endParaRPr>
              </a:p>
            </p:txBody>
          </p:sp>
          <p:sp>
            <p:nvSpPr>
              <p:cNvPr id="280" name="Google Shape;280;g3bc2c4b1082_0_356"/>
              <p:cNvSpPr txBox="1"/>
              <p:nvPr/>
            </p:nvSpPr>
            <p:spPr>
              <a:xfrm>
                <a:off x="3507958" y="4146527"/>
                <a:ext cx="1260000" cy="307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4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성명 : </a:t>
                </a:r>
                <a:r>
                  <a:rPr lang="ko-KR" b="1">
                    <a:solidFill>
                      <a:schemeClr val="dk1"/>
                    </a:solidFill>
                  </a:rPr>
                  <a:t>이승현</a:t>
                </a:r>
                <a:endParaRPr sz="14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81" name="Google Shape;281;g3bc2c4b1082_0_35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507126" y="2428024"/>
              <a:ext cx="1260000" cy="1620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480</Words>
  <Application>Microsoft Office PowerPoint</Application>
  <PresentationFormat>와이드스크린</PresentationFormat>
  <Paragraphs>144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1" baseType="lpstr">
      <vt:lpstr>Malgun Gothic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 Jae Hyun</dc:creator>
  <cp:lastModifiedBy>이준희</cp:lastModifiedBy>
  <cp:revision>3</cp:revision>
  <dcterms:created xsi:type="dcterms:W3CDTF">2019-04-01T08:38:57Z</dcterms:created>
  <dcterms:modified xsi:type="dcterms:W3CDTF">2026-01-29T09:30:37Z</dcterms:modified>
</cp:coreProperties>
</file>