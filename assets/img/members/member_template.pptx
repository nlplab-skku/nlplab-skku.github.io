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PT+JrlQX21/nph9429tmfpeZ3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bc2c4b1082_0_13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3bc2c4b1082_0_1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c4cb6cc35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g3bc4cb6cc35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c2c4b1082_0_1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8" name="Google Shape;108;g3bc2c4b1082_0_1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c2c4b1082_0_17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9" name="Google Shape;119;g3bc2c4b1082_0_1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0" name="Google Shape;13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c2c4b1082_0_19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1" name="Google Shape;141;g3bc2c4b1082_0_19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c2c4b1082_0_2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" name="Google Shape;152;g3bc2c4b1082_0_2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c2c4b1082_0_2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g3bc2c4b1082_0_2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c2c4b1082_0_2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4" name="Google Shape;174;g3bc2c4b1082_0_2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c2c4b1082_0_2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5" name="Google Shape;185;g3bc2c4b1082_0_2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c2c4b1082_0_2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6" name="Google Shape;196;g3bc2c4b1082_0_2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c2c4b1082_0_2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g3bc2c4b1082_0_2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bc2c4b1082_0_2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8" name="Google Shape;218;g3bc2c4b1082_0_28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bc2c4b1082_0_29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9" name="Google Shape;229;g3bc2c4b1082_0_2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bc2c4b1082_0_3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0" name="Google Shape;240;g3bc2c4b1082_0_3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bc2c4b1082_0_3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1" name="Google Shape;251;g3bc2c4b1082_0_3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bc2c4b1082_0_3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2" name="Google Shape;262;g3bc2c4b1082_0_3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3" name="Google Shape;27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bc2c4b1082_0_3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4" name="Google Shape;284;g3bc2c4b1082_0_3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c2c4b1082_0_13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9" name="Google Shape;89;g3bc2c4b1082_0_13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90" name="Google Shape;90;g3bc2c4b1082_0_133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91" name="Google Shape;91;g3bc2c4b1082_0_133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" name="Google Shape;92;g3bc2c4b1082_0_133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소   속</a:t>
                </a: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: </a:t>
                </a:r>
                <a:r>
                  <a:rPr b="1" lang="ko-KR">
                    <a:solidFill>
                      <a:schemeClr val="dk1"/>
                    </a:solidFill>
                  </a:rPr>
                  <a:t>성균관대학교 소프트웨어학과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연구실</a:t>
                </a: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: </a:t>
                </a:r>
                <a:r>
                  <a:rPr b="1" lang="ko-KR">
                    <a:solidFill>
                      <a:schemeClr val="dk1"/>
                    </a:solidFill>
                  </a:rPr>
                  <a:t>성균관대학교 N센터 86409호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</a:t>
                </a:r>
                <a:r>
                  <a:rPr b="1" lang="ko-KR">
                    <a:solidFill>
                      <a:schemeClr val="dk1"/>
                    </a:solidFill>
                  </a:rPr>
                  <a:t>yjko@skku.edu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</a:t>
                </a:r>
                <a:r>
                  <a:rPr b="1" lang="ko-KR">
                    <a:solidFill>
                      <a:schemeClr val="dk1"/>
                    </a:solidFill>
                  </a:rPr>
                  <a:t>nlp.skku.edu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" name="Google Shape;93;g3bc2c4b1082_0_133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고영중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94" name="Google Shape;94;g3bc2c4b1082_0_133" title="prof_1.jp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2050" y="2472275"/>
              <a:ext cx="1260000" cy="16199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c4cb6cc35_0_0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0" name="Google Shape;100;g3bc4cb6cc35_0_0"/>
          <p:cNvSpPr/>
          <p:nvPr/>
        </p:nvSpPr>
        <p:spPr>
          <a:xfrm>
            <a:off x="3593952" y="2509200"/>
            <a:ext cx="1260000" cy="162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01" name="Google Shape;101;g3bc4cb6cc35_0_0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sp>
          <p:nvSpPr>
            <p:cNvPr id="102" name="Google Shape;102;g3bc4cb6cc35_0_0"/>
            <p:cNvSpPr/>
            <p:nvPr/>
          </p:nvSpPr>
          <p:spPr>
            <a:xfrm>
              <a:off x="3326969" y="2212383"/>
              <a:ext cx="5603700" cy="2433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1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g3bc4cb6cc35_0_0"/>
            <p:cNvSpPr txBox="1"/>
            <p:nvPr/>
          </p:nvSpPr>
          <p:spPr>
            <a:xfrm>
              <a:off x="4779725" y="2577975"/>
              <a:ext cx="4135800" cy="160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285750" lvl="0" marL="2857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1" i="0" lang="ko-KR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Course : 박사과정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85750" lvl="0" marL="2857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1" i="0" lang="ko-KR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Team : Information Retrieval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85750" lvl="0" marL="2857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1" i="0" lang="ko-KR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E-mail : bonggeun.choi818@gmail.com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85750" lvl="0" marL="2857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1" i="0" lang="ko-KR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HP : https://bg-choi.github.io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g3bc4cb6cc35_0_0"/>
            <p:cNvSpPr txBox="1"/>
            <p:nvPr/>
          </p:nvSpPr>
          <p:spPr>
            <a:xfrm>
              <a:off x="3507958" y="4146527"/>
              <a:ext cx="1260000" cy="307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ko-KR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성명 : 최봉근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" name="Google Shape;105;g3bc4cb6cc35_0_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08983" y="2476952"/>
              <a:ext cx="1260000" cy="16199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c2c4b1082_0_16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11" name="Google Shape;111;g3bc2c4b1082_0_16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12" name="Google Shape;112;g3bc2c4b1082_0_163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13" name="Google Shape;113;g3bc2c4b1082_0_163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" name="Google Shape;114;g3bc2c4b1082_0_163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Course: 박사과정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Controllable Text Generation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kdysunleo98@gmail.com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https://github.com/kdysunleo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5" name="Google Shape;115;g3bc2c4b1082_0_163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김두영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16" name="Google Shape;116;g3bc2c4b1082_0_16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4560" y="2461575"/>
              <a:ext cx="1260001" cy="161999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bc2c4b1082_0_175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22" name="Google Shape;122;g3bc2c4b1082_0_175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23" name="Google Shape;123;g3bc2c4b1082_0_175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24" name="Google Shape;124;g3bc2c4b1082_0_175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g3bc2c4b1082_0_175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박사과정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Information Retrieval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keunhakim98@gmail.com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https://github.com/KIMKEUNHA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" name="Google Shape;126;g3bc2c4b1082_0_175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김근하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27" name="Google Shape;127;g3bc2c4b1082_0_17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2625" y="2463950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33" name="Google Shape;133;p1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34" name="Google Shape;134;p1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35" name="Google Shape;135;p1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6" name="Google Shape;136;p1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Course: 박사과정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Dialogue System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yoonjinjang98@gmail.com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https://github.com/yali98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" name="Google Shape;137;p1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장윤진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descr="인간의 얼굴, 사람, 의류, 턱이(가) 표시된 사진&#10;&#10;AI 생성 콘텐츠는 정확하지 않을 수 있습니다." id="138" name="Google Shape;138;p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5737" y="2463085"/>
              <a:ext cx="1258824" cy="161848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c2c4b1082_0_199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4" name="Google Shape;144;g3bc2c4b1082_0_199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45" name="Google Shape;145;g3bc2c4b1082_0_199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46" name="Google Shape;146;g3bc2c4b1082_0_199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" name="Google Shape;147;g3bc2c4b1082_0_199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박사과정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Information Retrieval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ymheo1123@gmail.com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https://github.com/user13571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" name="Google Shape;148;g3bc2c4b1082_0_199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허유민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49" name="Google Shape;149;g3bc2c4b1082_0_19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0900" y="2463500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bc2c4b1082_0_211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55" name="Google Shape;155;g3bc2c4b1082_0_211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56" name="Google Shape;156;g3bc2c4b1082_0_211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57" name="Google Shape;157;g3bc2c4b1082_0_211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8" name="Google Shape;158;g3bc2c4b1082_0_211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Information Retrieval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alswns078@gmail.com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https://github.com/alswns078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" name="Google Shape;159;g3bc2c4b1082_0_211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최민준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60" name="Google Shape;160;g3bc2c4b1082_0_2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05638" y="2448012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c2c4b1082_0_22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6" name="Google Shape;166;g3bc2c4b1082_0_22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67" name="Google Shape;167;g3bc2c4b1082_0_223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68" name="Google Shape;168;g3bc2c4b1082_0_223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g3bc2c4b1082_0_223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Dialogue System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ljh010110@g.skku.edu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</a:t>
                </a:r>
                <a:r>
                  <a:rPr b="1" i="0" lang="ko-KR" sz="12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https://github.com/ljh010110-skku-edu</a:t>
                </a:r>
                <a:endParaRPr b="1" i="0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" name="Google Shape;170;g3bc2c4b1082_0_223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이준희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71" name="Google Shape;171;g3bc2c4b1082_0_2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2588" y="2447613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c2c4b1082_0_235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77" name="Google Shape;177;g3bc2c4b1082_0_235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78" name="Google Shape;178;g3bc2c4b1082_0_235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79" name="Google Shape;179;g3bc2c4b1082_0_235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" name="Google Shape;180;g3bc2c4b1082_0_235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Information Retrieval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hjunho2357@gmail.com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https://github.com/opkwisdom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" name="Google Shape;181;g3bc2c4b1082_0_235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한준호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82" name="Google Shape;182;g3bc2c4b1082_0_235"/>
            <p:cNvPicPr preferRelativeResize="0"/>
            <p:nvPr/>
          </p:nvPicPr>
          <p:blipFill rotWithShape="1">
            <a:blip r:embed="rId3">
              <a:alphaModFix/>
            </a:blip>
            <a:srcRect b="27030" l="3704" r="75070" t="7800"/>
            <a:stretch/>
          </p:blipFill>
          <p:spPr>
            <a:xfrm>
              <a:off x="3509725" y="2447800"/>
              <a:ext cx="1260001" cy="1620001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c2c4b1082_0_247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8" name="Google Shape;188;g3bc2c4b1082_0_247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89" name="Google Shape;189;g3bc2c4b1082_0_247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90" name="Google Shape;190;g3bc2c4b1082_0_247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" name="Google Shape;191;g3bc2c4b1082_0_247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Controllable Text Generation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kimtaeklim2002@gmail.com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https://github.com/r01ex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" name="Google Shape;192;g3bc2c4b1082_0_247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김택림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93" name="Google Shape;193;g3bc2c4b1082_0_24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4813" y="2440075"/>
              <a:ext cx="1260000" cy="162000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c2c4b1082_0_259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99" name="Google Shape;199;g3bc2c4b1082_0_259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00" name="Google Shape;200;g3bc2c4b1082_0_259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01" name="Google Shape;201;g3bc2c4b1082_0_259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" name="Google Shape;202;g3bc2c4b1082_0_259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Controllable Text Generation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yewon0742@gmail.com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https://github.com/aeongaewon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" name="Google Shape;203;g3bc2c4b1082_0_259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이예원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04" name="Google Shape;204;g3bc2c4b1082_0_25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5450" y="2436024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c2c4b1082_0_271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0" name="Google Shape;210;g3bc2c4b1082_0_271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11" name="Google Shape;211;g3bc2c4b1082_0_271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12" name="Google Shape;212;g3bc2c4b1082_0_271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" name="Google Shape;213;g3bc2c4b1082_0_271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Information Retrieval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jsms48252@gmail.com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https://github.com/jsms4825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" name="Google Shape;214;g3bc2c4b1082_0_271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이준서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15" name="Google Shape;215;g3bc2c4b1082_0_27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6388" y="2437238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bc2c4b1082_0_28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21" name="Google Shape;221;g3bc2c4b1082_0_28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22" name="Google Shape;222;g3bc2c4b1082_0_283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23" name="Google Shape;223;g3bc2c4b1082_0_283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" name="Google Shape;224;g3bc2c4b1082_0_283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Controllable Text Generation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jeongwu510@gmail.com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https://github.com/hiwjddn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" name="Google Shape;225;g3bc2c4b1082_0_283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김정우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26" name="Google Shape;226;g3bc2c4b1082_0_28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4814" y="2429324"/>
              <a:ext cx="1259999" cy="16199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bc2c4b1082_0_296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2" name="Google Shape;232;g3bc2c4b1082_0_296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33" name="Google Shape;233;g3bc2c4b1082_0_296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34" name="Google Shape;234;g3bc2c4b1082_0_296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" name="Google Shape;235;g3bc2c4b1082_0_296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Dialogue System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junwookim618@gmail.com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https://github.com/Wnsdnl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" name="Google Shape;236;g3bc2c4b1082_0_296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김준우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37" name="Google Shape;237;g3bc2c4b1082_0_29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7874" y="2417275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bc2c4b1082_0_308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43" name="Google Shape;243;g3bc2c4b1082_0_308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44" name="Google Shape;244;g3bc2c4b1082_0_308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45" name="Google Shape;245;g3bc2c4b1082_0_308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" name="Google Shape;246;g3bc2c4b1082_0_308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석박사통합과정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Information Retrieval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eqsubin@gmail.com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https://github.com/kangsoobin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" name="Google Shape;247;g3bc2c4b1082_0_308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강수빈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48" name="Google Shape;248;g3bc2c4b1082_0_30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4814" y="2418574"/>
              <a:ext cx="1259999" cy="16199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bc2c4b1082_0_320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54" name="Google Shape;254;g3bc2c4b1082_0_320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55" name="Google Shape;255;g3bc2c4b1082_0_320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56" name="Google Shape;256;g3bc2c4b1082_0_320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" name="Google Shape;257;g3bc2c4b1082_0_320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석사과정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Dialogue System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wjreh12@gmail.com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https://github.com/uomiz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g3bc2c4b1082_0_320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허지원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59" name="Google Shape;259;g3bc2c4b1082_0_3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05638" y="2405013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bc2c4b1082_0_332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65" name="Google Shape;265;g3bc2c4b1082_0_332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66" name="Google Shape;266;g3bc2c4b1082_0_332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67" name="Google Shape;267;g3bc2c4b1082_0_332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268;g3bc2c4b1082_0_332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학부과정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Natural Language Processing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lingajs7515@gmail.com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https://github.com/hecarimday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" name="Google Shape;269;g3bc2c4b1082_0_332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박진석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70" name="Google Shape;270;g3bc2c4b1082_0_3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11009" y="2407825"/>
              <a:ext cx="1260001" cy="1620001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76" name="Google Shape;276;p2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77" name="Google Shape;277;p2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78" name="Google Shape;278;p2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" name="Google Shape;279;p2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학부과정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Natural Language Processing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sy951020@gmail.com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https://github.com/sksy930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" name="Google Shape;280;p2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이서영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descr="인간의 얼굴, 사람, 입술, 의류이(가) 표시된 사진&#10;&#10;AI 생성 콘텐츠는 정확하지 않을 수 있습니다." id="281" name="Google Shape;281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07958" y="2407826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bc2c4b1082_0_356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7" name="Google Shape;287;g3bc2c4b1082_0_356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88" name="Google Shape;288;g3bc2c4b1082_0_356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89" name="Google Shape;289;g3bc2c4b1082_0_356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0" name="Google Shape;290;g3bc2c4b1082_0_356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Course : 학부과정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Team : Natural Language Processing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E-mail : james0107james@gmail.com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5750" lvl="0" marL="28575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HP : https://github.com/Lee-seunghyeon2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1" name="Google Shape;291;g3bc2c4b1082_0_356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이승현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92" name="Google Shape;292;g3bc2c4b1082_0_35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3507126" y="2428024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2019-04-01T08:38:57Z</dcterms:created>
  <dc:creator>An Jae Hyun</dc:creator>
</cp:coreProperties>
</file>